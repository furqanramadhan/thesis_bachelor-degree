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9" r:id="rId9"/>
    <p:sldId id="260" r:id="rId10"/>
    <p:sldId id="274" r:id="rId11"/>
    <p:sldId id="270" r:id="rId12"/>
    <p:sldId id="271" r:id="rId13"/>
    <p:sldId id="272" r:id="rId14"/>
    <p:sldId id="261" r:id="rId15"/>
    <p:sldId id="275" r:id="rId16"/>
    <p:sldId id="276" r:id="rId17"/>
    <p:sldId id="277" r:id="rId18"/>
    <p:sldId id="278" r:id="rId19"/>
    <p:sldId id="263" r:id="rId20"/>
    <p:sldId id="284" r:id="rId21"/>
    <p:sldId id="264" r:id="rId22"/>
    <p:sldId id="279" r:id="rId23"/>
    <p:sldId id="265" r:id="rId24"/>
    <p:sldId id="281" r:id="rId25"/>
    <p:sldId id="283" r:id="rId26"/>
    <p:sldId id="282" r:id="rId27"/>
    <p:sldId id="28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6"/>
  </p:normalViewPr>
  <p:slideViewPr>
    <p:cSldViewPr snapToGrid="0">
      <p:cViewPr varScale="1">
        <p:scale>
          <a:sx n="101" d="100"/>
          <a:sy n="101" d="100"/>
        </p:scale>
        <p:origin x="9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C0E798-FDCF-934A-9DE9-2BAB4331771E}" type="doc">
      <dgm:prSet loTypeId="urn:microsoft.com/office/officeart/2005/8/layout/hProcess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E131D4-E5FA-BC4E-A70B-4C6DDB979278}">
      <dgm:prSet phldrT="[Text]"/>
      <dgm:spPr/>
      <dgm:t>
        <a:bodyPr/>
        <a:lstStyle/>
        <a:p>
          <a:r>
            <a:rPr lang="en-US" dirty="0" err="1"/>
            <a:t>Identifikasi</a:t>
          </a:r>
          <a:r>
            <a:rPr lang="en-US" dirty="0"/>
            <a:t> </a:t>
          </a:r>
          <a:r>
            <a:rPr lang="en-US" dirty="0" err="1"/>
            <a:t>Kebutuhan</a:t>
          </a:r>
          <a:r>
            <a:rPr lang="en-US" dirty="0"/>
            <a:t> Pasar</a:t>
          </a:r>
        </a:p>
      </dgm:t>
    </dgm:pt>
    <dgm:pt modelId="{8F56803E-F189-5F4B-914C-671285CE91D6}" type="parTrans" cxnId="{8D89BC49-6AAA-0040-BC42-F6EB78CC3170}">
      <dgm:prSet/>
      <dgm:spPr/>
      <dgm:t>
        <a:bodyPr/>
        <a:lstStyle/>
        <a:p>
          <a:endParaRPr lang="en-US"/>
        </a:p>
      </dgm:t>
    </dgm:pt>
    <dgm:pt modelId="{AD61F1FD-DF5C-2144-890C-B77804F9CE8E}" type="sibTrans" cxnId="{8D89BC49-6AAA-0040-BC42-F6EB78CC3170}">
      <dgm:prSet/>
      <dgm:spPr/>
      <dgm:t>
        <a:bodyPr/>
        <a:lstStyle/>
        <a:p>
          <a:endParaRPr lang="en-US"/>
        </a:p>
      </dgm:t>
    </dgm:pt>
    <dgm:pt modelId="{B787B4BC-8D2A-6248-9768-9CD30B262EED}">
      <dgm:prSet phldrT="[Text]"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1800" dirty="0"/>
            <a:t>Kerjasama </a:t>
          </a:r>
          <a:r>
            <a:rPr lang="en-US" sz="1800" dirty="0" err="1"/>
            <a:t>dengan</a:t>
          </a:r>
          <a:r>
            <a:rPr lang="en-US" sz="1800" dirty="0"/>
            <a:t> </a:t>
          </a:r>
          <a:r>
            <a:rPr lang="en-US" sz="1800" dirty="0" err="1"/>
            <a:t>asosiasi</a:t>
          </a:r>
          <a:r>
            <a:rPr lang="en-US" sz="1800" dirty="0"/>
            <a:t> </a:t>
          </a:r>
          <a:r>
            <a:rPr lang="en-US" sz="1800" dirty="0" err="1"/>
            <a:t>keilmuan</a:t>
          </a:r>
          <a:r>
            <a:rPr lang="en-US" sz="1800" dirty="0"/>
            <a:t>, </a:t>
          </a:r>
          <a:r>
            <a:rPr lang="en-US" sz="1800" dirty="0" err="1"/>
            <a:t>pakar</a:t>
          </a:r>
          <a:r>
            <a:rPr lang="en-US" sz="1800" dirty="0"/>
            <a:t> </a:t>
          </a:r>
          <a:r>
            <a:rPr lang="en-US" sz="1800" dirty="0" err="1"/>
            <a:t>industri</a:t>
          </a:r>
          <a:r>
            <a:rPr lang="en-US" sz="1800" dirty="0"/>
            <a:t>, dan </a:t>
          </a:r>
          <a:r>
            <a:rPr lang="en-US" sz="1800" dirty="0" err="1"/>
            <a:t>pengguna</a:t>
          </a:r>
          <a:r>
            <a:rPr lang="en-US" sz="1800" dirty="0"/>
            <a:t> </a:t>
          </a:r>
          <a:r>
            <a:rPr lang="en-US" sz="1800" dirty="0" err="1"/>
            <a:t>lulusan</a:t>
          </a:r>
          <a:r>
            <a:rPr lang="en-US" sz="1800" dirty="0"/>
            <a:t> </a:t>
          </a:r>
        </a:p>
      </dgm:t>
    </dgm:pt>
    <dgm:pt modelId="{94624185-8562-6D48-9CAB-CAFD0CD9045C}" type="parTrans" cxnId="{7508BEFB-6602-0D41-A992-6538FBE1DA45}">
      <dgm:prSet/>
      <dgm:spPr/>
      <dgm:t>
        <a:bodyPr/>
        <a:lstStyle/>
        <a:p>
          <a:endParaRPr lang="en-US"/>
        </a:p>
      </dgm:t>
    </dgm:pt>
    <dgm:pt modelId="{69F9F6D1-31A2-3542-9E0A-AF0373D69895}" type="sibTrans" cxnId="{7508BEFB-6602-0D41-A992-6538FBE1DA45}">
      <dgm:prSet/>
      <dgm:spPr/>
      <dgm:t>
        <a:bodyPr/>
        <a:lstStyle/>
        <a:p>
          <a:endParaRPr lang="en-US"/>
        </a:p>
      </dgm:t>
    </dgm:pt>
    <dgm:pt modelId="{3DB3024D-92CE-C14B-8AF3-7B30268FCD4C}">
      <dgm:prSet phldrT="[Text]"/>
      <dgm:spPr/>
      <dgm:t>
        <a:bodyPr/>
        <a:lstStyle/>
        <a:p>
          <a:r>
            <a:rPr lang="en-US" dirty="0" err="1"/>
            <a:t>Analisis</a:t>
          </a:r>
          <a:r>
            <a:rPr lang="en-US" dirty="0"/>
            <a:t> </a:t>
          </a:r>
          <a:r>
            <a:rPr lang="en-US" dirty="0" err="1"/>
            <a:t>Kesenjangan</a:t>
          </a:r>
          <a:r>
            <a:rPr lang="en-US" dirty="0"/>
            <a:t> (</a:t>
          </a:r>
          <a:r>
            <a:rPr lang="en-US" i="1" dirty="0"/>
            <a:t>gap</a:t>
          </a:r>
          <a:r>
            <a:rPr lang="en-US" dirty="0"/>
            <a:t>)</a:t>
          </a:r>
        </a:p>
      </dgm:t>
    </dgm:pt>
    <dgm:pt modelId="{87F3953F-F633-DA4D-84FB-611DE575A2A8}" type="parTrans" cxnId="{EE38EC40-82BC-7842-AF74-11EEAF85EAC5}">
      <dgm:prSet/>
      <dgm:spPr/>
      <dgm:t>
        <a:bodyPr/>
        <a:lstStyle/>
        <a:p>
          <a:endParaRPr lang="en-US"/>
        </a:p>
      </dgm:t>
    </dgm:pt>
    <dgm:pt modelId="{3D4286C0-F01B-B44D-8690-4F1FA4E3A3BC}" type="sibTrans" cxnId="{EE38EC40-82BC-7842-AF74-11EEAF85EAC5}">
      <dgm:prSet/>
      <dgm:spPr/>
      <dgm:t>
        <a:bodyPr/>
        <a:lstStyle/>
        <a:p>
          <a:endParaRPr lang="en-US"/>
        </a:p>
      </dgm:t>
    </dgm:pt>
    <dgm:pt modelId="{404A7A2F-A435-AA45-B571-959BFE78C2B0}">
      <dgm:prSet phldrT="[Text]" custT="1"/>
      <dgm:spPr/>
      <dgm:t>
        <a:bodyPr/>
        <a:lstStyle/>
        <a:p>
          <a:r>
            <a:rPr lang="en-US" sz="1800" dirty="0" err="1"/>
            <a:t>Menganalisis</a:t>
          </a:r>
          <a:r>
            <a:rPr lang="en-US" sz="1800" dirty="0"/>
            <a:t> </a:t>
          </a:r>
          <a:r>
            <a:rPr lang="en-US" sz="1800" dirty="0" err="1"/>
            <a:t>kesenjangan</a:t>
          </a:r>
          <a:r>
            <a:rPr lang="en-US" sz="1800" dirty="0"/>
            <a:t> </a:t>
          </a:r>
          <a:r>
            <a:rPr lang="en-US" sz="1800" dirty="0" err="1"/>
            <a:t>keahlian</a:t>
          </a:r>
          <a:r>
            <a:rPr lang="en-US" sz="1800" dirty="0"/>
            <a:t> </a:t>
          </a:r>
          <a:r>
            <a:rPr lang="en-US" sz="1800" dirty="0" err="1"/>
            <a:t>lulusan</a:t>
          </a:r>
          <a:r>
            <a:rPr lang="en-US" sz="1800" dirty="0"/>
            <a:t> </a:t>
          </a:r>
          <a:r>
            <a:rPr lang="en-US" sz="1800" dirty="0" err="1"/>
            <a:t>saat</a:t>
          </a:r>
          <a:r>
            <a:rPr lang="en-US" sz="1800" dirty="0"/>
            <a:t> </a:t>
          </a:r>
          <a:r>
            <a:rPr lang="en-US" sz="1800" dirty="0" err="1"/>
            <a:t>ini</a:t>
          </a:r>
          <a:r>
            <a:rPr lang="en-US" sz="1800" dirty="0"/>
            <a:t> dan </a:t>
          </a:r>
          <a:r>
            <a:rPr lang="en-US" sz="1800" dirty="0" err="1"/>
            <a:t>kebutuhan</a:t>
          </a:r>
          <a:endParaRPr lang="en-US" sz="1800" dirty="0"/>
        </a:p>
      </dgm:t>
    </dgm:pt>
    <dgm:pt modelId="{1DB33B32-44C4-B64F-845C-C64682AD3EB8}" type="parTrans" cxnId="{9E095A62-0149-644B-BCD5-71140AEC41D5}">
      <dgm:prSet/>
      <dgm:spPr/>
      <dgm:t>
        <a:bodyPr/>
        <a:lstStyle/>
        <a:p>
          <a:endParaRPr lang="en-US"/>
        </a:p>
      </dgm:t>
    </dgm:pt>
    <dgm:pt modelId="{08AD2554-E7B9-3344-A9D8-A9D645953F47}" type="sibTrans" cxnId="{9E095A62-0149-644B-BCD5-71140AEC41D5}">
      <dgm:prSet/>
      <dgm:spPr/>
      <dgm:t>
        <a:bodyPr/>
        <a:lstStyle/>
        <a:p>
          <a:endParaRPr lang="en-US"/>
        </a:p>
      </dgm:t>
    </dgm:pt>
    <dgm:pt modelId="{D943561B-E837-4C49-A721-4F35647F1540}">
      <dgm:prSet phldrT="[Text]"/>
      <dgm:spPr/>
      <dgm:t>
        <a:bodyPr/>
        <a:lstStyle/>
        <a:p>
          <a:r>
            <a:rPr lang="en-US" dirty="0" err="1"/>
            <a:t>Perancangan</a:t>
          </a:r>
          <a:r>
            <a:rPr lang="en-US" dirty="0"/>
            <a:t> </a:t>
          </a:r>
          <a:r>
            <a:rPr lang="en-US" dirty="0" err="1"/>
            <a:t>Kurikulum</a:t>
          </a:r>
          <a:endParaRPr lang="en-US" dirty="0"/>
        </a:p>
      </dgm:t>
    </dgm:pt>
    <dgm:pt modelId="{51AB1811-9276-C84B-B9CC-A72557D61216}" type="parTrans" cxnId="{2066771C-AB27-EF49-88D1-885F08E27141}">
      <dgm:prSet/>
      <dgm:spPr/>
      <dgm:t>
        <a:bodyPr/>
        <a:lstStyle/>
        <a:p>
          <a:endParaRPr lang="en-US"/>
        </a:p>
      </dgm:t>
    </dgm:pt>
    <dgm:pt modelId="{4418E694-BF5E-094E-84EA-140210B1C54B}" type="sibTrans" cxnId="{2066771C-AB27-EF49-88D1-885F08E27141}">
      <dgm:prSet/>
      <dgm:spPr/>
      <dgm:t>
        <a:bodyPr/>
        <a:lstStyle/>
        <a:p>
          <a:endParaRPr lang="en-US"/>
        </a:p>
      </dgm:t>
    </dgm:pt>
    <dgm:pt modelId="{C15FF6FD-D9FA-C849-B7EA-1F117271CD71}">
      <dgm:prSet phldrT="[Text]" custT="1"/>
      <dgm:spPr/>
      <dgm:t>
        <a:bodyPr/>
        <a:lstStyle/>
        <a:p>
          <a:r>
            <a:rPr lang="en-US" sz="1800" dirty="0" err="1"/>
            <a:t>Disusun</a:t>
          </a:r>
          <a:r>
            <a:rPr lang="en-US" sz="1800" dirty="0"/>
            <a:t> </a:t>
          </a:r>
          <a:r>
            <a:rPr lang="en-US" sz="1800" dirty="0" err="1"/>
            <a:t>dengan</a:t>
          </a:r>
          <a:r>
            <a:rPr lang="en-US" sz="1800" dirty="0"/>
            <a:t> </a:t>
          </a:r>
          <a:r>
            <a:rPr lang="en-US" sz="1800" dirty="0" err="1"/>
            <a:t>memilih</a:t>
          </a:r>
          <a:r>
            <a:rPr lang="en-US" sz="1800" dirty="0"/>
            <a:t> </a:t>
          </a:r>
          <a:r>
            <a:rPr lang="en-US" sz="1800" dirty="0" err="1"/>
            <a:t>mata</a:t>
          </a:r>
          <a:r>
            <a:rPr lang="en-US" sz="1800" dirty="0"/>
            <a:t> </a:t>
          </a:r>
          <a:r>
            <a:rPr lang="en-US" sz="1800" dirty="0" err="1"/>
            <a:t>kuliah</a:t>
          </a:r>
          <a:r>
            <a:rPr lang="en-US" sz="1800" dirty="0"/>
            <a:t> dan </a:t>
          </a:r>
          <a:r>
            <a:rPr lang="en-US" sz="1800" dirty="0" err="1"/>
            <a:t>metode</a:t>
          </a:r>
          <a:r>
            <a:rPr lang="en-US" sz="1800" dirty="0"/>
            <a:t> </a:t>
          </a:r>
          <a:r>
            <a:rPr lang="en-US" sz="1800" dirty="0" err="1"/>
            <a:t>evaluasi</a:t>
          </a:r>
          <a:r>
            <a:rPr lang="en-US" sz="1800" dirty="0"/>
            <a:t> </a:t>
          </a:r>
          <a:r>
            <a:rPr lang="en-US" sz="1800" dirty="0" err="1"/>
            <a:t>untuk</a:t>
          </a:r>
          <a:r>
            <a:rPr lang="en-US" sz="1800" dirty="0"/>
            <a:t> </a:t>
          </a:r>
          <a:r>
            <a:rPr lang="en-US" sz="1800" dirty="0" err="1"/>
            <a:t>mencapai</a:t>
          </a:r>
          <a:r>
            <a:rPr lang="en-US" sz="1800" dirty="0"/>
            <a:t> </a:t>
          </a:r>
          <a:r>
            <a:rPr lang="en-US" sz="1800" dirty="0" err="1"/>
            <a:t>tujuan</a:t>
          </a:r>
          <a:r>
            <a:rPr lang="en-US" sz="1800" dirty="0"/>
            <a:t> </a:t>
          </a:r>
          <a:r>
            <a:rPr lang="en-US" sz="1800" dirty="0" err="1"/>
            <a:t>pembelajaran</a:t>
          </a:r>
          <a:r>
            <a:rPr lang="en-US" sz="1800" dirty="0"/>
            <a:t> yang </a:t>
          </a:r>
          <a:r>
            <a:rPr lang="en-US" sz="1800" dirty="0" err="1"/>
            <a:t>telah</a:t>
          </a:r>
          <a:r>
            <a:rPr lang="en-US" sz="1800" dirty="0"/>
            <a:t> </a:t>
          </a:r>
          <a:r>
            <a:rPr lang="en-US" sz="1800" dirty="0" err="1"/>
            <a:t>ditetapkan</a:t>
          </a:r>
          <a:endParaRPr lang="en-US" sz="1800" dirty="0"/>
        </a:p>
      </dgm:t>
    </dgm:pt>
    <dgm:pt modelId="{090AEBA2-93E6-E648-8B68-AD5ABD2DD53C}" type="parTrans" cxnId="{53219071-8BAF-4D49-A80C-FF0F7513FCE7}">
      <dgm:prSet/>
      <dgm:spPr/>
      <dgm:t>
        <a:bodyPr/>
        <a:lstStyle/>
        <a:p>
          <a:endParaRPr lang="en-US"/>
        </a:p>
      </dgm:t>
    </dgm:pt>
    <dgm:pt modelId="{99C87B30-C1D6-4A41-9080-BC9E6AFD63FA}" type="sibTrans" cxnId="{53219071-8BAF-4D49-A80C-FF0F7513FCE7}">
      <dgm:prSet/>
      <dgm:spPr/>
      <dgm:t>
        <a:bodyPr/>
        <a:lstStyle/>
        <a:p>
          <a:endParaRPr lang="en-US"/>
        </a:p>
      </dgm:t>
    </dgm:pt>
    <dgm:pt modelId="{0689814B-CF79-C149-BC61-95F6FE10E903}" type="pres">
      <dgm:prSet presAssocID="{17C0E798-FDCF-934A-9DE9-2BAB4331771E}" presName="Name0" presStyleCnt="0">
        <dgm:presLayoutVars>
          <dgm:dir/>
          <dgm:animLvl val="lvl"/>
          <dgm:resizeHandles val="exact"/>
        </dgm:presLayoutVars>
      </dgm:prSet>
      <dgm:spPr/>
    </dgm:pt>
    <dgm:pt modelId="{4BA85FB5-948A-854B-AD4B-2C038FFE694B}" type="pres">
      <dgm:prSet presAssocID="{17C0E798-FDCF-934A-9DE9-2BAB4331771E}" presName="tSp" presStyleCnt="0"/>
      <dgm:spPr/>
    </dgm:pt>
    <dgm:pt modelId="{1A72E010-FFCB-724E-85EC-7DE2E4FAEC9F}" type="pres">
      <dgm:prSet presAssocID="{17C0E798-FDCF-934A-9DE9-2BAB4331771E}" presName="bSp" presStyleCnt="0"/>
      <dgm:spPr/>
    </dgm:pt>
    <dgm:pt modelId="{2007FBDD-C062-7448-B6D4-6D4031BBE95A}" type="pres">
      <dgm:prSet presAssocID="{17C0E798-FDCF-934A-9DE9-2BAB4331771E}" presName="process" presStyleCnt="0"/>
      <dgm:spPr/>
    </dgm:pt>
    <dgm:pt modelId="{E3252662-D0DC-294A-BC48-24015D854D38}" type="pres">
      <dgm:prSet presAssocID="{8EE131D4-E5FA-BC4E-A70B-4C6DDB979278}" presName="composite1" presStyleCnt="0"/>
      <dgm:spPr/>
    </dgm:pt>
    <dgm:pt modelId="{B6523E73-0CA1-F145-B70C-1E1D7FCB8F67}" type="pres">
      <dgm:prSet presAssocID="{8EE131D4-E5FA-BC4E-A70B-4C6DDB979278}" presName="dummyNode1" presStyleLbl="node1" presStyleIdx="0" presStyleCnt="3"/>
      <dgm:spPr/>
    </dgm:pt>
    <dgm:pt modelId="{5A728E98-CED8-3B4D-B946-019683461015}" type="pres">
      <dgm:prSet presAssocID="{8EE131D4-E5FA-BC4E-A70B-4C6DDB979278}" presName="childNode1" presStyleLbl="bgAcc1" presStyleIdx="0" presStyleCnt="3">
        <dgm:presLayoutVars>
          <dgm:bulletEnabled val="1"/>
        </dgm:presLayoutVars>
      </dgm:prSet>
      <dgm:spPr/>
    </dgm:pt>
    <dgm:pt modelId="{9C80C218-239B-FF48-82B3-9D3020F8AC83}" type="pres">
      <dgm:prSet presAssocID="{8EE131D4-E5FA-BC4E-A70B-4C6DDB979278}" presName="childNode1tx" presStyleLbl="bgAcc1" presStyleIdx="0" presStyleCnt="3">
        <dgm:presLayoutVars>
          <dgm:bulletEnabled val="1"/>
        </dgm:presLayoutVars>
      </dgm:prSet>
      <dgm:spPr/>
    </dgm:pt>
    <dgm:pt modelId="{3EB0021A-4A81-3142-B0BF-9C141B0410A0}" type="pres">
      <dgm:prSet presAssocID="{8EE131D4-E5FA-BC4E-A70B-4C6DDB979278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CBB3D84D-71D9-8441-A781-A43E76230CBC}" type="pres">
      <dgm:prSet presAssocID="{8EE131D4-E5FA-BC4E-A70B-4C6DDB979278}" presName="connSite1" presStyleCnt="0"/>
      <dgm:spPr/>
    </dgm:pt>
    <dgm:pt modelId="{7A50203E-99A8-E240-AAB7-F00EBFE87A1B}" type="pres">
      <dgm:prSet presAssocID="{AD61F1FD-DF5C-2144-890C-B77804F9CE8E}" presName="Name9" presStyleLbl="sibTrans2D1" presStyleIdx="0" presStyleCnt="2"/>
      <dgm:spPr/>
    </dgm:pt>
    <dgm:pt modelId="{2C4EA5A2-A870-2142-AA9F-7DDCA7268016}" type="pres">
      <dgm:prSet presAssocID="{3DB3024D-92CE-C14B-8AF3-7B30268FCD4C}" presName="composite2" presStyleCnt="0"/>
      <dgm:spPr/>
    </dgm:pt>
    <dgm:pt modelId="{7C51A8DC-2007-C045-907A-E1BB5DEB8196}" type="pres">
      <dgm:prSet presAssocID="{3DB3024D-92CE-C14B-8AF3-7B30268FCD4C}" presName="dummyNode2" presStyleLbl="node1" presStyleIdx="0" presStyleCnt="3"/>
      <dgm:spPr/>
    </dgm:pt>
    <dgm:pt modelId="{B5795779-853C-9B4D-9807-06E85E4AB027}" type="pres">
      <dgm:prSet presAssocID="{3DB3024D-92CE-C14B-8AF3-7B30268FCD4C}" presName="childNode2" presStyleLbl="bgAcc1" presStyleIdx="1" presStyleCnt="3">
        <dgm:presLayoutVars>
          <dgm:bulletEnabled val="1"/>
        </dgm:presLayoutVars>
      </dgm:prSet>
      <dgm:spPr/>
    </dgm:pt>
    <dgm:pt modelId="{648DB92E-5AB9-2244-BC64-9467391CE808}" type="pres">
      <dgm:prSet presAssocID="{3DB3024D-92CE-C14B-8AF3-7B30268FCD4C}" presName="childNode2tx" presStyleLbl="bgAcc1" presStyleIdx="1" presStyleCnt="3">
        <dgm:presLayoutVars>
          <dgm:bulletEnabled val="1"/>
        </dgm:presLayoutVars>
      </dgm:prSet>
      <dgm:spPr/>
    </dgm:pt>
    <dgm:pt modelId="{35834DA3-1456-0D4E-8B24-45C0C7589B37}" type="pres">
      <dgm:prSet presAssocID="{3DB3024D-92CE-C14B-8AF3-7B30268FCD4C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3E2266F7-D50E-DB4B-92DF-BC5EAFCA660A}" type="pres">
      <dgm:prSet presAssocID="{3DB3024D-92CE-C14B-8AF3-7B30268FCD4C}" presName="connSite2" presStyleCnt="0"/>
      <dgm:spPr/>
    </dgm:pt>
    <dgm:pt modelId="{EE62DD8C-042E-744D-B638-6555347A52DA}" type="pres">
      <dgm:prSet presAssocID="{3D4286C0-F01B-B44D-8690-4F1FA4E3A3BC}" presName="Name18" presStyleLbl="sibTrans2D1" presStyleIdx="1" presStyleCnt="2"/>
      <dgm:spPr/>
    </dgm:pt>
    <dgm:pt modelId="{9728A355-F26A-8F4D-A323-5CF0D4FFF930}" type="pres">
      <dgm:prSet presAssocID="{D943561B-E837-4C49-A721-4F35647F1540}" presName="composite1" presStyleCnt="0"/>
      <dgm:spPr/>
    </dgm:pt>
    <dgm:pt modelId="{D1E305B3-223E-CF44-BC7E-9823FDFD6DBE}" type="pres">
      <dgm:prSet presAssocID="{D943561B-E837-4C49-A721-4F35647F1540}" presName="dummyNode1" presStyleLbl="node1" presStyleIdx="1" presStyleCnt="3"/>
      <dgm:spPr/>
    </dgm:pt>
    <dgm:pt modelId="{4F1940ED-78F3-674E-8EB3-66F2CDB8683E}" type="pres">
      <dgm:prSet presAssocID="{D943561B-E837-4C49-A721-4F35647F1540}" presName="childNode1" presStyleLbl="bgAcc1" presStyleIdx="2" presStyleCnt="3">
        <dgm:presLayoutVars>
          <dgm:bulletEnabled val="1"/>
        </dgm:presLayoutVars>
      </dgm:prSet>
      <dgm:spPr/>
    </dgm:pt>
    <dgm:pt modelId="{9751E189-44E4-7D42-A805-137CF90234C8}" type="pres">
      <dgm:prSet presAssocID="{D943561B-E837-4C49-A721-4F35647F1540}" presName="childNode1tx" presStyleLbl="bgAcc1" presStyleIdx="2" presStyleCnt="3">
        <dgm:presLayoutVars>
          <dgm:bulletEnabled val="1"/>
        </dgm:presLayoutVars>
      </dgm:prSet>
      <dgm:spPr/>
    </dgm:pt>
    <dgm:pt modelId="{5E4274DD-7F66-CC43-AB9F-7269F8F2B6E0}" type="pres">
      <dgm:prSet presAssocID="{D943561B-E837-4C49-A721-4F35647F1540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4EE76D43-2448-9244-8C85-F69E79FBE9A6}" type="pres">
      <dgm:prSet presAssocID="{D943561B-E837-4C49-A721-4F35647F1540}" presName="connSite1" presStyleCnt="0"/>
      <dgm:spPr/>
    </dgm:pt>
  </dgm:ptLst>
  <dgm:cxnLst>
    <dgm:cxn modelId="{2066771C-AB27-EF49-88D1-885F08E27141}" srcId="{17C0E798-FDCF-934A-9DE9-2BAB4331771E}" destId="{D943561B-E837-4C49-A721-4F35647F1540}" srcOrd="2" destOrd="0" parTransId="{51AB1811-9276-C84B-B9CC-A72557D61216}" sibTransId="{4418E694-BF5E-094E-84EA-140210B1C54B}"/>
    <dgm:cxn modelId="{16ADC031-3960-BE4F-BEC1-8FCBEC1D22E4}" type="presOf" srcId="{C15FF6FD-D9FA-C849-B7EA-1F117271CD71}" destId="{4F1940ED-78F3-674E-8EB3-66F2CDB8683E}" srcOrd="0" destOrd="0" presId="urn:microsoft.com/office/officeart/2005/8/layout/hProcess4"/>
    <dgm:cxn modelId="{EE38EC40-82BC-7842-AF74-11EEAF85EAC5}" srcId="{17C0E798-FDCF-934A-9DE9-2BAB4331771E}" destId="{3DB3024D-92CE-C14B-8AF3-7B30268FCD4C}" srcOrd="1" destOrd="0" parTransId="{87F3953F-F633-DA4D-84FB-611DE575A2A8}" sibTransId="{3D4286C0-F01B-B44D-8690-4F1FA4E3A3BC}"/>
    <dgm:cxn modelId="{8D89BC49-6AAA-0040-BC42-F6EB78CC3170}" srcId="{17C0E798-FDCF-934A-9DE9-2BAB4331771E}" destId="{8EE131D4-E5FA-BC4E-A70B-4C6DDB979278}" srcOrd="0" destOrd="0" parTransId="{8F56803E-F189-5F4B-914C-671285CE91D6}" sibTransId="{AD61F1FD-DF5C-2144-890C-B77804F9CE8E}"/>
    <dgm:cxn modelId="{D5058F51-90E7-1F48-9BF9-B57D53F64DB3}" type="presOf" srcId="{3D4286C0-F01B-B44D-8690-4F1FA4E3A3BC}" destId="{EE62DD8C-042E-744D-B638-6555347A52DA}" srcOrd="0" destOrd="0" presId="urn:microsoft.com/office/officeart/2005/8/layout/hProcess4"/>
    <dgm:cxn modelId="{0E37E160-D774-4847-BB91-9CD184C0DB94}" type="presOf" srcId="{B787B4BC-8D2A-6248-9768-9CD30B262EED}" destId="{5A728E98-CED8-3B4D-B946-019683461015}" srcOrd="0" destOrd="0" presId="urn:microsoft.com/office/officeart/2005/8/layout/hProcess4"/>
    <dgm:cxn modelId="{9E095A62-0149-644B-BCD5-71140AEC41D5}" srcId="{3DB3024D-92CE-C14B-8AF3-7B30268FCD4C}" destId="{404A7A2F-A435-AA45-B571-959BFE78C2B0}" srcOrd="0" destOrd="0" parTransId="{1DB33B32-44C4-B64F-845C-C64682AD3EB8}" sibTransId="{08AD2554-E7B9-3344-A9D8-A9D645953F47}"/>
    <dgm:cxn modelId="{EFBAD66E-B07B-A647-80E6-9A527715CF4C}" type="presOf" srcId="{AD61F1FD-DF5C-2144-890C-B77804F9CE8E}" destId="{7A50203E-99A8-E240-AAB7-F00EBFE87A1B}" srcOrd="0" destOrd="0" presId="urn:microsoft.com/office/officeart/2005/8/layout/hProcess4"/>
    <dgm:cxn modelId="{53219071-8BAF-4D49-A80C-FF0F7513FCE7}" srcId="{D943561B-E837-4C49-A721-4F35647F1540}" destId="{C15FF6FD-D9FA-C849-B7EA-1F117271CD71}" srcOrd="0" destOrd="0" parTransId="{090AEBA2-93E6-E648-8B68-AD5ABD2DD53C}" sibTransId="{99C87B30-C1D6-4A41-9080-BC9E6AFD63FA}"/>
    <dgm:cxn modelId="{ED5D5D72-7422-E44E-BEC6-F57EC02888FF}" type="presOf" srcId="{3DB3024D-92CE-C14B-8AF3-7B30268FCD4C}" destId="{35834DA3-1456-0D4E-8B24-45C0C7589B37}" srcOrd="0" destOrd="0" presId="urn:microsoft.com/office/officeart/2005/8/layout/hProcess4"/>
    <dgm:cxn modelId="{E4F3FB88-B267-B34F-9A55-6DD4A08A4FCF}" type="presOf" srcId="{404A7A2F-A435-AA45-B571-959BFE78C2B0}" destId="{648DB92E-5AB9-2244-BC64-9467391CE808}" srcOrd="1" destOrd="0" presId="urn:microsoft.com/office/officeart/2005/8/layout/hProcess4"/>
    <dgm:cxn modelId="{8B96659A-5EBE-0E42-AFD5-2078B5E01065}" type="presOf" srcId="{B787B4BC-8D2A-6248-9768-9CD30B262EED}" destId="{9C80C218-239B-FF48-82B3-9D3020F8AC83}" srcOrd="1" destOrd="0" presId="urn:microsoft.com/office/officeart/2005/8/layout/hProcess4"/>
    <dgm:cxn modelId="{213EB9A3-C786-0341-9F87-E55FC842E535}" type="presOf" srcId="{D943561B-E837-4C49-A721-4F35647F1540}" destId="{5E4274DD-7F66-CC43-AB9F-7269F8F2B6E0}" srcOrd="0" destOrd="0" presId="urn:microsoft.com/office/officeart/2005/8/layout/hProcess4"/>
    <dgm:cxn modelId="{0C6CFBBC-F56A-034B-8CEB-19921BA2F824}" type="presOf" srcId="{C15FF6FD-D9FA-C849-B7EA-1F117271CD71}" destId="{9751E189-44E4-7D42-A805-137CF90234C8}" srcOrd="1" destOrd="0" presId="urn:microsoft.com/office/officeart/2005/8/layout/hProcess4"/>
    <dgm:cxn modelId="{57DDE4DF-EDAC-2940-9E24-421254DC9C2D}" type="presOf" srcId="{17C0E798-FDCF-934A-9DE9-2BAB4331771E}" destId="{0689814B-CF79-C149-BC61-95F6FE10E903}" srcOrd="0" destOrd="0" presId="urn:microsoft.com/office/officeart/2005/8/layout/hProcess4"/>
    <dgm:cxn modelId="{3CB53EEE-FA2F-6E48-945E-F8B9D124A2F3}" type="presOf" srcId="{404A7A2F-A435-AA45-B571-959BFE78C2B0}" destId="{B5795779-853C-9B4D-9807-06E85E4AB027}" srcOrd="0" destOrd="0" presId="urn:microsoft.com/office/officeart/2005/8/layout/hProcess4"/>
    <dgm:cxn modelId="{4C0558F1-BA57-534A-933B-85B0697C84BB}" type="presOf" srcId="{8EE131D4-E5FA-BC4E-A70B-4C6DDB979278}" destId="{3EB0021A-4A81-3142-B0BF-9C141B0410A0}" srcOrd="0" destOrd="0" presId="urn:microsoft.com/office/officeart/2005/8/layout/hProcess4"/>
    <dgm:cxn modelId="{7508BEFB-6602-0D41-A992-6538FBE1DA45}" srcId="{8EE131D4-E5FA-BC4E-A70B-4C6DDB979278}" destId="{B787B4BC-8D2A-6248-9768-9CD30B262EED}" srcOrd="0" destOrd="0" parTransId="{94624185-8562-6D48-9CAB-CAFD0CD9045C}" sibTransId="{69F9F6D1-31A2-3542-9E0A-AF0373D69895}"/>
    <dgm:cxn modelId="{F2A189EE-E545-6344-9018-05BD2807CBCB}" type="presParOf" srcId="{0689814B-CF79-C149-BC61-95F6FE10E903}" destId="{4BA85FB5-948A-854B-AD4B-2C038FFE694B}" srcOrd="0" destOrd="0" presId="urn:microsoft.com/office/officeart/2005/8/layout/hProcess4"/>
    <dgm:cxn modelId="{FBB60B89-7E61-4440-8903-E6777B3428B3}" type="presParOf" srcId="{0689814B-CF79-C149-BC61-95F6FE10E903}" destId="{1A72E010-FFCB-724E-85EC-7DE2E4FAEC9F}" srcOrd="1" destOrd="0" presId="urn:microsoft.com/office/officeart/2005/8/layout/hProcess4"/>
    <dgm:cxn modelId="{37C14D97-5FD5-EC41-9E58-81174F8D5417}" type="presParOf" srcId="{0689814B-CF79-C149-BC61-95F6FE10E903}" destId="{2007FBDD-C062-7448-B6D4-6D4031BBE95A}" srcOrd="2" destOrd="0" presId="urn:microsoft.com/office/officeart/2005/8/layout/hProcess4"/>
    <dgm:cxn modelId="{E9B2F4F6-5A0D-804C-9166-8997DA218871}" type="presParOf" srcId="{2007FBDD-C062-7448-B6D4-6D4031BBE95A}" destId="{E3252662-D0DC-294A-BC48-24015D854D38}" srcOrd="0" destOrd="0" presId="urn:microsoft.com/office/officeart/2005/8/layout/hProcess4"/>
    <dgm:cxn modelId="{23EB7C48-3550-0241-9473-726309E5619B}" type="presParOf" srcId="{E3252662-D0DC-294A-BC48-24015D854D38}" destId="{B6523E73-0CA1-F145-B70C-1E1D7FCB8F67}" srcOrd="0" destOrd="0" presId="urn:microsoft.com/office/officeart/2005/8/layout/hProcess4"/>
    <dgm:cxn modelId="{7ADFA074-0EAF-E74F-ADD9-DEC863E3662E}" type="presParOf" srcId="{E3252662-D0DC-294A-BC48-24015D854D38}" destId="{5A728E98-CED8-3B4D-B946-019683461015}" srcOrd="1" destOrd="0" presId="urn:microsoft.com/office/officeart/2005/8/layout/hProcess4"/>
    <dgm:cxn modelId="{82808C24-1329-7947-983A-705EA21AF1A7}" type="presParOf" srcId="{E3252662-D0DC-294A-BC48-24015D854D38}" destId="{9C80C218-239B-FF48-82B3-9D3020F8AC83}" srcOrd="2" destOrd="0" presId="urn:microsoft.com/office/officeart/2005/8/layout/hProcess4"/>
    <dgm:cxn modelId="{AEA3353B-B968-3546-BB4E-14970272DF94}" type="presParOf" srcId="{E3252662-D0DC-294A-BC48-24015D854D38}" destId="{3EB0021A-4A81-3142-B0BF-9C141B0410A0}" srcOrd="3" destOrd="0" presId="urn:microsoft.com/office/officeart/2005/8/layout/hProcess4"/>
    <dgm:cxn modelId="{7F9138DE-2A6B-114E-97E7-091D207597EB}" type="presParOf" srcId="{E3252662-D0DC-294A-BC48-24015D854D38}" destId="{CBB3D84D-71D9-8441-A781-A43E76230CBC}" srcOrd="4" destOrd="0" presId="urn:microsoft.com/office/officeart/2005/8/layout/hProcess4"/>
    <dgm:cxn modelId="{CEAD6B9C-5D89-8A47-A2E0-7A1ECD9131E9}" type="presParOf" srcId="{2007FBDD-C062-7448-B6D4-6D4031BBE95A}" destId="{7A50203E-99A8-E240-AAB7-F00EBFE87A1B}" srcOrd="1" destOrd="0" presId="urn:microsoft.com/office/officeart/2005/8/layout/hProcess4"/>
    <dgm:cxn modelId="{CC2922D6-1F07-DD4F-98E1-E0D16D145EBA}" type="presParOf" srcId="{2007FBDD-C062-7448-B6D4-6D4031BBE95A}" destId="{2C4EA5A2-A870-2142-AA9F-7DDCA7268016}" srcOrd="2" destOrd="0" presId="urn:microsoft.com/office/officeart/2005/8/layout/hProcess4"/>
    <dgm:cxn modelId="{84F482B4-FF88-EA48-A627-6F7D1525255B}" type="presParOf" srcId="{2C4EA5A2-A870-2142-AA9F-7DDCA7268016}" destId="{7C51A8DC-2007-C045-907A-E1BB5DEB8196}" srcOrd="0" destOrd="0" presId="urn:microsoft.com/office/officeart/2005/8/layout/hProcess4"/>
    <dgm:cxn modelId="{91A10521-C2AE-1547-8E2F-4F0BD66F7073}" type="presParOf" srcId="{2C4EA5A2-A870-2142-AA9F-7DDCA7268016}" destId="{B5795779-853C-9B4D-9807-06E85E4AB027}" srcOrd="1" destOrd="0" presId="urn:microsoft.com/office/officeart/2005/8/layout/hProcess4"/>
    <dgm:cxn modelId="{80CAACFD-D402-E341-BD29-4B40EAB35655}" type="presParOf" srcId="{2C4EA5A2-A870-2142-AA9F-7DDCA7268016}" destId="{648DB92E-5AB9-2244-BC64-9467391CE808}" srcOrd="2" destOrd="0" presId="urn:microsoft.com/office/officeart/2005/8/layout/hProcess4"/>
    <dgm:cxn modelId="{A352428C-526D-5E49-9136-5B3C8C5614CB}" type="presParOf" srcId="{2C4EA5A2-A870-2142-AA9F-7DDCA7268016}" destId="{35834DA3-1456-0D4E-8B24-45C0C7589B37}" srcOrd="3" destOrd="0" presId="urn:microsoft.com/office/officeart/2005/8/layout/hProcess4"/>
    <dgm:cxn modelId="{DDEEC602-483E-A04F-A9DC-7626DD636A57}" type="presParOf" srcId="{2C4EA5A2-A870-2142-AA9F-7DDCA7268016}" destId="{3E2266F7-D50E-DB4B-92DF-BC5EAFCA660A}" srcOrd="4" destOrd="0" presId="urn:microsoft.com/office/officeart/2005/8/layout/hProcess4"/>
    <dgm:cxn modelId="{2F2F886E-557F-C242-844D-7285560B5443}" type="presParOf" srcId="{2007FBDD-C062-7448-B6D4-6D4031BBE95A}" destId="{EE62DD8C-042E-744D-B638-6555347A52DA}" srcOrd="3" destOrd="0" presId="urn:microsoft.com/office/officeart/2005/8/layout/hProcess4"/>
    <dgm:cxn modelId="{00A99ABC-5DC7-C048-9744-932E0436A957}" type="presParOf" srcId="{2007FBDD-C062-7448-B6D4-6D4031BBE95A}" destId="{9728A355-F26A-8F4D-A323-5CF0D4FFF930}" srcOrd="4" destOrd="0" presId="urn:microsoft.com/office/officeart/2005/8/layout/hProcess4"/>
    <dgm:cxn modelId="{07BE9224-63F3-364A-B3C4-4E317EFC08F6}" type="presParOf" srcId="{9728A355-F26A-8F4D-A323-5CF0D4FFF930}" destId="{D1E305B3-223E-CF44-BC7E-9823FDFD6DBE}" srcOrd="0" destOrd="0" presId="urn:microsoft.com/office/officeart/2005/8/layout/hProcess4"/>
    <dgm:cxn modelId="{5A83A417-FD0C-2F46-9C66-57B927DF3D7F}" type="presParOf" srcId="{9728A355-F26A-8F4D-A323-5CF0D4FFF930}" destId="{4F1940ED-78F3-674E-8EB3-66F2CDB8683E}" srcOrd="1" destOrd="0" presId="urn:microsoft.com/office/officeart/2005/8/layout/hProcess4"/>
    <dgm:cxn modelId="{C4C7D4F6-10AA-FA43-B553-C6B495C7B870}" type="presParOf" srcId="{9728A355-F26A-8F4D-A323-5CF0D4FFF930}" destId="{9751E189-44E4-7D42-A805-137CF90234C8}" srcOrd="2" destOrd="0" presId="urn:microsoft.com/office/officeart/2005/8/layout/hProcess4"/>
    <dgm:cxn modelId="{46E018E9-DF61-E641-80A7-38E6879C8DB1}" type="presParOf" srcId="{9728A355-F26A-8F4D-A323-5CF0D4FFF930}" destId="{5E4274DD-7F66-CC43-AB9F-7269F8F2B6E0}" srcOrd="3" destOrd="0" presId="urn:microsoft.com/office/officeart/2005/8/layout/hProcess4"/>
    <dgm:cxn modelId="{2AA8EA2E-7D61-FB47-97FB-701D42CD864E}" type="presParOf" srcId="{9728A355-F26A-8F4D-A323-5CF0D4FFF930}" destId="{4EE76D43-2448-9244-8C85-F69E79FBE9A6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07C914-4A22-D242-AEEA-4F87DF903758}" type="doc">
      <dgm:prSet loTypeId="urn:microsoft.com/office/officeart/2005/8/layout/vProcess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B667A8D-0C2D-EB4C-B9DE-5E4059F55751}">
      <dgm:prSet phldrT="[Text]"/>
      <dgm:spPr/>
      <dgm:t>
        <a:bodyPr/>
        <a:lstStyle/>
        <a:p>
          <a:r>
            <a:rPr lang="en-US" dirty="0" err="1"/>
            <a:t>Profil</a:t>
          </a:r>
          <a:r>
            <a:rPr lang="en-US" dirty="0"/>
            <a:t> </a:t>
          </a:r>
          <a:r>
            <a:rPr lang="en-US" dirty="0" err="1"/>
            <a:t>Lulusan</a:t>
          </a:r>
          <a:r>
            <a:rPr lang="en-US" dirty="0"/>
            <a:t> (PL)</a:t>
          </a:r>
        </a:p>
      </dgm:t>
    </dgm:pt>
    <dgm:pt modelId="{1F667EC4-7E32-FA4C-A81C-8381CCBA6EB5}" type="parTrans" cxnId="{6E25220F-BB88-F044-B4F3-6A57595FEFB3}">
      <dgm:prSet/>
      <dgm:spPr/>
      <dgm:t>
        <a:bodyPr/>
        <a:lstStyle/>
        <a:p>
          <a:endParaRPr lang="en-US"/>
        </a:p>
      </dgm:t>
    </dgm:pt>
    <dgm:pt modelId="{552B7BA5-FD8C-C04A-BAD5-0A43328A9755}" type="sibTrans" cxnId="{6E25220F-BB88-F044-B4F3-6A57595FEFB3}">
      <dgm:prSet/>
      <dgm:spPr/>
      <dgm:t>
        <a:bodyPr/>
        <a:lstStyle/>
        <a:p>
          <a:endParaRPr lang="en-US"/>
        </a:p>
      </dgm:t>
    </dgm:pt>
    <dgm:pt modelId="{56AFC217-0FB6-F449-94EB-EB030BB30169}">
      <dgm:prSet phldrT="[Text]"/>
      <dgm:spPr/>
      <dgm:t>
        <a:bodyPr/>
        <a:lstStyle/>
        <a:p>
          <a:r>
            <a:rPr lang="en-US" dirty="0" err="1"/>
            <a:t>Capaian</a:t>
          </a:r>
          <a:r>
            <a:rPr lang="en-US" dirty="0"/>
            <a:t> </a:t>
          </a:r>
          <a:r>
            <a:rPr lang="en-US" dirty="0" err="1"/>
            <a:t>Pembelajaran</a:t>
          </a:r>
          <a:r>
            <a:rPr lang="en-US" dirty="0"/>
            <a:t> </a:t>
          </a:r>
          <a:r>
            <a:rPr lang="en-US" dirty="0" err="1"/>
            <a:t>Lulusan</a:t>
          </a:r>
          <a:r>
            <a:rPr lang="en-US" dirty="0"/>
            <a:t> (CPL)</a:t>
          </a:r>
        </a:p>
      </dgm:t>
    </dgm:pt>
    <dgm:pt modelId="{DF484577-6B7E-7143-B936-680FBB671CFC}" type="parTrans" cxnId="{E24DA42A-B7C7-3E49-ACA5-7C1427361434}">
      <dgm:prSet/>
      <dgm:spPr/>
      <dgm:t>
        <a:bodyPr/>
        <a:lstStyle/>
        <a:p>
          <a:endParaRPr lang="en-US"/>
        </a:p>
      </dgm:t>
    </dgm:pt>
    <dgm:pt modelId="{61844AF4-8A22-BB44-9D54-63831357A70C}" type="sibTrans" cxnId="{E24DA42A-B7C7-3E49-ACA5-7C1427361434}">
      <dgm:prSet/>
      <dgm:spPr/>
      <dgm:t>
        <a:bodyPr/>
        <a:lstStyle/>
        <a:p>
          <a:endParaRPr lang="en-US"/>
        </a:p>
      </dgm:t>
    </dgm:pt>
    <dgm:pt modelId="{E28034EE-5837-8E4C-B0D5-3E424D4FB682}">
      <dgm:prSet phldrT="[Text]"/>
      <dgm:spPr/>
      <dgm:t>
        <a:bodyPr/>
        <a:lstStyle/>
        <a:p>
          <a:r>
            <a:rPr lang="en-US" dirty="0" err="1"/>
            <a:t>Bahan</a:t>
          </a:r>
          <a:r>
            <a:rPr lang="en-US" dirty="0"/>
            <a:t> Kajian (BK)</a:t>
          </a:r>
        </a:p>
      </dgm:t>
    </dgm:pt>
    <dgm:pt modelId="{014F8F11-9634-B34B-87EA-44CB62CC9876}" type="parTrans" cxnId="{525010F5-DAD9-244C-AF88-16116FB0029B}">
      <dgm:prSet/>
      <dgm:spPr/>
      <dgm:t>
        <a:bodyPr/>
        <a:lstStyle/>
        <a:p>
          <a:endParaRPr lang="en-US"/>
        </a:p>
      </dgm:t>
    </dgm:pt>
    <dgm:pt modelId="{1BBB9674-8B0C-5644-9004-0D95E20BBD96}" type="sibTrans" cxnId="{525010F5-DAD9-244C-AF88-16116FB0029B}">
      <dgm:prSet/>
      <dgm:spPr/>
      <dgm:t>
        <a:bodyPr/>
        <a:lstStyle/>
        <a:p>
          <a:endParaRPr lang="en-US"/>
        </a:p>
      </dgm:t>
    </dgm:pt>
    <dgm:pt modelId="{4A93C7B8-B27B-8B4E-ADCD-75110A5F9469}">
      <dgm:prSet phldrT="[Text]"/>
      <dgm:spPr/>
      <dgm:t>
        <a:bodyPr/>
        <a:lstStyle/>
        <a:p>
          <a:r>
            <a:rPr lang="en-US" dirty="0" err="1"/>
            <a:t>Capaian</a:t>
          </a:r>
          <a:r>
            <a:rPr lang="en-US" dirty="0"/>
            <a:t> </a:t>
          </a:r>
          <a:r>
            <a:rPr lang="en-US" dirty="0" err="1"/>
            <a:t>Pembelajaran</a:t>
          </a:r>
          <a:r>
            <a:rPr lang="en-US" dirty="0"/>
            <a:t> Mata </a:t>
          </a:r>
          <a:r>
            <a:rPr lang="en-US" dirty="0" err="1"/>
            <a:t>Kuliah</a:t>
          </a:r>
          <a:r>
            <a:rPr lang="en-US" dirty="0"/>
            <a:t> (CPMK)</a:t>
          </a:r>
        </a:p>
      </dgm:t>
    </dgm:pt>
    <dgm:pt modelId="{88735BE6-D580-0B4E-905A-C85AEA522301}" type="parTrans" cxnId="{AA526DB3-1BE4-5745-86CE-0BA6A33E9B76}">
      <dgm:prSet/>
      <dgm:spPr/>
      <dgm:t>
        <a:bodyPr/>
        <a:lstStyle/>
        <a:p>
          <a:endParaRPr lang="en-US"/>
        </a:p>
      </dgm:t>
    </dgm:pt>
    <dgm:pt modelId="{E232A49F-E9C7-534E-8094-6FEAB66630D5}" type="sibTrans" cxnId="{AA526DB3-1BE4-5745-86CE-0BA6A33E9B76}">
      <dgm:prSet/>
      <dgm:spPr/>
      <dgm:t>
        <a:bodyPr/>
        <a:lstStyle/>
        <a:p>
          <a:endParaRPr lang="en-US"/>
        </a:p>
      </dgm:t>
    </dgm:pt>
    <dgm:pt modelId="{7C2F7833-80A8-644D-9556-3FA932DF5260}">
      <dgm:prSet phldrT="[Text]"/>
      <dgm:spPr/>
      <dgm:t>
        <a:bodyPr/>
        <a:lstStyle/>
        <a:p>
          <a:r>
            <a:rPr lang="en-US" dirty="0"/>
            <a:t>Mata </a:t>
          </a:r>
          <a:r>
            <a:rPr lang="en-US" dirty="0" err="1"/>
            <a:t>Kuliah</a:t>
          </a:r>
          <a:r>
            <a:rPr lang="en-US" dirty="0"/>
            <a:t> (MK)</a:t>
          </a:r>
        </a:p>
      </dgm:t>
    </dgm:pt>
    <dgm:pt modelId="{200659C0-1C62-A844-BB87-E9FB53788FFD}" type="parTrans" cxnId="{6F103429-98C9-274C-A510-D9D85716E5CD}">
      <dgm:prSet/>
      <dgm:spPr/>
      <dgm:t>
        <a:bodyPr/>
        <a:lstStyle/>
        <a:p>
          <a:endParaRPr lang="en-US"/>
        </a:p>
      </dgm:t>
    </dgm:pt>
    <dgm:pt modelId="{4EF5E5B4-631B-874C-8877-76CBE83758F5}" type="sibTrans" cxnId="{6F103429-98C9-274C-A510-D9D85716E5CD}">
      <dgm:prSet/>
      <dgm:spPr/>
      <dgm:t>
        <a:bodyPr/>
        <a:lstStyle/>
        <a:p>
          <a:endParaRPr lang="en-US"/>
        </a:p>
      </dgm:t>
    </dgm:pt>
    <dgm:pt modelId="{8BA6D3C1-B211-8B49-A1E7-131295CAA069}" type="pres">
      <dgm:prSet presAssocID="{C007C914-4A22-D242-AEEA-4F87DF903758}" presName="outerComposite" presStyleCnt="0">
        <dgm:presLayoutVars>
          <dgm:chMax val="5"/>
          <dgm:dir/>
          <dgm:resizeHandles val="exact"/>
        </dgm:presLayoutVars>
      </dgm:prSet>
      <dgm:spPr/>
    </dgm:pt>
    <dgm:pt modelId="{9C4459A8-AB71-CD49-8C7B-CE4AA2F333F7}" type="pres">
      <dgm:prSet presAssocID="{C007C914-4A22-D242-AEEA-4F87DF903758}" presName="dummyMaxCanvas" presStyleCnt="0">
        <dgm:presLayoutVars/>
      </dgm:prSet>
      <dgm:spPr/>
    </dgm:pt>
    <dgm:pt modelId="{812AF011-DFDF-8745-9BB2-03B46729B751}" type="pres">
      <dgm:prSet presAssocID="{C007C914-4A22-D242-AEEA-4F87DF903758}" presName="FiveNodes_1" presStyleLbl="node1" presStyleIdx="0" presStyleCnt="5">
        <dgm:presLayoutVars>
          <dgm:bulletEnabled val="1"/>
        </dgm:presLayoutVars>
      </dgm:prSet>
      <dgm:spPr/>
    </dgm:pt>
    <dgm:pt modelId="{43942645-B556-F345-AB9F-AAD142DD5451}" type="pres">
      <dgm:prSet presAssocID="{C007C914-4A22-D242-AEEA-4F87DF903758}" presName="FiveNodes_2" presStyleLbl="node1" presStyleIdx="1" presStyleCnt="5">
        <dgm:presLayoutVars>
          <dgm:bulletEnabled val="1"/>
        </dgm:presLayoutVars>
      </dgm:prSet>
      <dgm:spPr/>
    </dgm:pt>
    <dgm:pt modelId="{08B284B0-B689-DF4E-ADEA-8EC989B556C6}" type="pres">
      <dgm:prSet presAssocID="{C007C914-4A22-D242-AEEA-4F87DF903758}" presName="FiveNodes_3" presStyleLbl="node1" presStyleIdx="2" presStyleCnt="5">
        <dgm:presLayoutVars>
          <dgm:bulletEnabled val="1"/>
        </dgm:presLayoutVars>
      </dgm:prSet>
      <dgm:spPr/>
    </dgm:pt>
    <dgm:pt modelId="{995BA556-B64B-184E-9509-786AE57AEC98}" type="pres">
      <dgm:prSet presAssocID="{C007C914-4A22-D242-AEEA-4F87DF903758}" presName="FiveNodes_4" presStyleLbl="node1" presStyleIdx="3" presStyleCnt="5">
        <dgm:presLayoutVars>
          <dgm:bulletEnabled val="1"/>
        </dgm:presLayoutVars>
      </dgm:prSet>
      <dgm:spPr/>
    </dgm:pt>
    <dgm:pt modelId="{6D45A51C-354B-004F-AB3F-24D6C424FFB8}" type="pres">
      <dgm:prSet presAssocID="{C007C914-4A22-D242-AEEA-4F87DF903758}" presName="FiveNodes_5" presStyleLbl="node1" presStyleIdx="4" presStyleCnt="5">
        <dgm:presLayoutVars>
          <dgm:bulletEnabled val="1"/>
        </dgm:presLayoutVars>
      </dgm:prSet>
      <dgm:spPr/>
    </dgm:pt>
    <dgm:pt modelId="{B3380E4B-6525-7849-9311-01FC404DA596}" type="pres">
      <dgm:prSet presAssocID="{C007C914-4A22-D242-AEEA-4F87DF903758}" presName="FiveConn_1-2" presStyleLbl="fgAccFollowNode1" presStyleIdx="0" presStyleCnt="4">
        <dgm:presLayoutVars>
          <dgm:bulletEnabled val="1"/>
        </dgm:presLayoutVars>
      </dgm:prSet>
      <dgm:spPr/>
    </dgm:pt>
    <dgm:pt modelId="{A21E8233-D43E-A445-AE0E-8E1CDE76F09E}" type="pres">
      <dgm:prSet presAssocID="{C007C914-4A22-D242-AEEA-4F87DF903758}" presName="FiveConn_2-3" presStyleLbl="fgAccFollowNode1" presStyleIdx="1" presStyleCnt="4">
        <dgm:presLayoutVars>
          <dgm:bulletEnabled val="1"/>
        </dgm:presLayoutVars>
      </dgm:prSet>
      <dgm:spPr/>
    </dgm:pt>
    <dgm:pt modelId="{B8B29D94-491D-3F44-B410-23889D782BBD}" type="pres">
      <dgm:prSet presAssocID="{C007C914-4A22-D242-AEEA-4F87DF903758}" presName="FiveConn_3-4" presStyleLbl="fgAccFollowNode1" presStyleIdx="2" presStyleCnt="4">
        <dgm:presLayoutVars>
          <dgm:bulletEnabled val="1"/>
        </dgm:presLayoutVars>
      </dgm:prSet>
      <dgm:spPr/>
    </dgm:pt>
    <dgm:pt modelId="{A535ED38-FB42-094D-B60F-FB302EAE56AB}" type="pres">
      <dgm:prSet presAssocID="{C007C914-4A22-D242-AEEA-4F87DF903758}" presName="FiveConn_4-5" presStyleLbl="fgAccFollowNode1" presStyleIdx="3" presStyleCnt="4">
        <dgm:presLayoutVars>
          <dgm:bulletEnabled val="1"/>
        </dgm:presLayoutVars>
      </dgm:prSet>
      <dgm:spPr/>
    </dgm:pt>
    <dgm:pt modelId="{283E3DE7-C2CF-3B4D-B8A6-97840545A2C5}" type="pres">
      <dgm:prSet presAssocID="{C007C914-4A22-D242-AEEA-4F87DF903758}" presName="FiveNodes_1_text" presStyleLbl="node1" presStyleIdx="4" presStyleCnt="5">
        <dgm:presLayoutVars>
          <dgm:bulletEnabled val="1"/>
        </dgm:presLayoutVars>
      </dgm:prSet>
      <dgm:spPr/>
    </dgm:pt>
    <dgm:pt modelId="{A95911A6-6F58-9A40-B67E-8FA18E6FA047}" type="pres">
      <dgm:prSet presAssocID="{C007C914-4A22-D242-AEEA-4F87DF903758}" presName="FiveNodes_2_text" presStyleLbl="node1" presStyleIdx="4" presStyleCnt="5">
        <dgm:presLayoutVars>
          <dgm:bulletEnabled val="1"/>
        </dgm:presLayoutVars>
      </dgm:prSet>
      <dgm:spPr/>
    </dgm:pt>
    <dgm:pt modelId="{C0545EDC-ED28-AD4F-B826-9C0B9FBE30E3}" type="pres">
      <dgm:prSet presAssocID="{C007C914-4A22-D242-AEEA-4F87DF903758}" presName="FiveNodes_3_text" presStyleLbl="node1" presStyleIdx="4" presStyleCnt="5">
        <dgm:presLayoutVars>
          <dgm:bulletEnabled val="1"/>
        </dgm:presLayoutVars>
      </dgm:prSet>
      <dgm:spPr/>
    </dgm:pt>
    <dgm:pt modelId="{9F138F5B-6B0E-ED41-8223-D4F5B7E46CF1}" type="pres">
      <dgm:prSet presAssocID="{C007C914-4A22-D242-AEEA-4F87DF903758}" presName="FiveNodes_4_text" presStyleLbl="node1" presStyleIdx="4" presStyleCnt="5">
        <dgm:presLayoutVars>
          <dgm:bulletEnabled val="1"/>
        </dgm:presLayoutVars>
      </dgm:prSet>
      <dgm:spPr/>
    </dgm:pt>
    <dgm:pt modelId="{1F4BBE8E-D701-3F4B-8EBB-ADC06D4A0F32}" type="pres">
      <dgm:prSet presAssocID="{C007C914-4A22-D242-AEEA-4F87DF903758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3B8F4106-2A0C-4E4F-8DC5-01A7D89D79CB}" type="presOf" srcId="{7C2F7833-80A8-644D-9556-3FA932DF5260}" destId="{1F4BBE8E-D701-3F4B-8EBB-ADC06D4A0F32}" srcOrd="1" destOrd="0" presId="urn:microsoft.com/office/officeart/2005/8/layout/vProcess5"/>
    <dgm:cxn modelId="{16A2020E-C158-AD44-9B1B-6F8387EB0D79}" type="presOf" srcId="{552B7BA5-FD8C-C04A-BAD5-0A43328A9755}" destId="{B3380E4B-6525-7849-9311-01FC404DA596}" srcOrd="0" destOrd="0" presId="urn:microsoft.com/office/officeart/2005/8/layout/vProcess5"/>
    <dgm:cxn modelId="{5760850E-06E6-8742-9144-BCBA94AC4035}" type="presOf" srcId="{7C2F7833-80A8-644D-9556-3FA932DF5260}" destId="{6D45A51C-354B-004F-AB3F-24D6C424FFB8}" srcOrd="0" destOrd="0" presId="urn:microsoft.com/office/officeart/2005/8/layout/vProcess5"/>
    <dgm:cxn modelId="{6E25220F-BB88-F044-B4F3-6A57595FEFB3}" srcId="{C007C914-4A22-D242-AEEA-4F87DF903758}" destId="{9B667A8D-0C2D-EB4C-B9DE-5E4059F55751}" srcOrd="0" destOrd="0" parTransId="{1F667EC4-7E32-FA4C-A81C-8381CCBA6EB5}" sibTransId="{552B7BA5-FD8C-C04A-BAD5-0A43328A9755}"/>
    <dgm:cxn modelId="{77ACA819-16D3-B24A-86BA-138789D13777}" type="presOf" srcId="{9B667A8D-0C2D-EB4C-B9DE-5E4059F55751}" destId="{812AF011-DFDF-8745-9BB2-03B46729B751}" srcOrd="0" destOrd="0" presId="urn:microsoft.com/office/officeart/2005/8/layout/vProcess5"/>
    <dgm:cxn modelId="{36D7F21C-6660-EF45-A2AB-286764CA987F}" type="presOf" srcId="{61844AF4-8A22-BB44-9D54-63831357A70C}" destId="{A21E8233-D43E-A445-AE0E-8E1CDE76F09E}" srcOrd="0" destOrd="0" presId="urn:microsoft.com/office/officeart/2005/8/layout/vProcess5"/>
    <dgm:cxn modelId="{BCF04B1D-215A-BE4E-ABDD-C648D62E948E}" type="presOf" srcId="{56AFC217-0FB6-F449-94EB-EB030BB30169}" destId="{43942645-B556-F345-AB9F-AAD142DD5451}" srcOrd="0" destOrd="0" presId="urn:microsoft.com/office/officeart/2005/8/layout/vProcess5"/>
    <dgm:cxn modelId="{0F8FEE24-0150-FB46-BD1A-0D4A8CC85FCF}" type="presOf" srcId="{4A93C7B8-B27B-8B4E-ADCD-75110A5F9469}" destId="{995BA556-B64B-184E-9509-786AE57AEC98}" srcOrd="0" destOrd="0" presId="urn:microsoft.com/office/officeart/2005/8/layout/vProcess5"/>
    <dgm:cxn modelId="{6F103429-98C9-274C-A510-D9D85716E5CD}" srcId="{C007C914-4A22-D242-AEEA-4F87DF903758}" destId="{7C2F7833-80A8-644D-9556-3FA932DF5260}" srcOrd="4" destOrd="0" parTransId="{200659C0-1C62-A844-BB87-E9FB53788FFD}" sibTransId="{4EF5E5B4-631B-874C-8877-76CBE83758F5}"/>
    <dgm:cxn modelId="{E24DA42A-B7C7-3E49-ACA5-7C1427361434}" srcId="{C007C914-4A22-D242-AEEA-4F87DF903758}" destId="{56AFC217-0FB6-F449-94EB-EB030BB30169}" srcOrd="1" destOrd="0" parTransId="{DF484577-6B7E-7143-B936-680FBB671CFC}" sibTransId="{61844AF4-8A22-BB44-9D54-63831357A70C}"/>
    <dgm:cxn modelId="{C862D641-E184-9E46-ACC6-368DC9AE331D}" type="presOf" srcId="{E28034EE-5837-8E4C-B0D5-3E424D4FB682}" destId="{C0545EDC-ED28-AD4F-B826-9C0B9FBE30E3}" srcOrd="1" destOrd="0" presId="urn:microsoft.com/office/officeart/2005/8/layout/vProcess5"/>
    <dgm:cxn modelId="{64494C4D-2E7C-7F43-85E7-77754DF6D395}" type="presOf" srcId="{56AFC217-0FB6-F449-94EB-EB030BB30169}" destId="{A95911A6-6F58-9A40-B67E-8FA18E6FA047}" srcOrd="1" destOrd="0" presId="urn:microsoft.com/office/officeart/2005/8/layout/vProcess5"/>
    <dgm:cxn modelId="{E0BA666A-DA77-7840-8C62-F2611568FB50}" type="presOf" srcId="{1BBB9674-8B0C-5644-9004-0D95E20BBD96}" destId="{B8B29D94-491D-3F44-B410-23889D782BBD}" srcOrd="0" destOrd="0" presId="urn:microsoft.com/office/officeart/2005/8/layout/vProcess5"/>
    <dgm:cxn modelId="{B5D40394-A087-8B45-BF76-0A7B803274EC}" type="presOf" srcId="{E28034EE-5837-8E4C-B0D5-3E424D4FB682}" destId="{08B284B0-B689-DF4E-ADEA-8EC989B556C6}" srcOrd="0" destOrd="0" presId="urn:microsoft.com/office/officeart/2005/8/layout/vProcess5"/>
    <dgm:cxn modelId="{5E3D72A4-3E6F-094F-ABB5-B8C03019A56A}" type="presOf" srcId="{E232A49F-E9C7-534E-8094-6FEAB66630D5}" destId="{A535ED38-FB42-094D-B60F-FB302EAE56AB}" srcOrd="0" destOrd="0" presId="urn:microsoft.com/office/officeart/2005/8/layout/vProcess5"/>
    <dgm:cxn modelId="{90E12AB0-CE61-0141-9F52-3FD71451719E}" type="presOf" srcId="{C007C914-4A22-D242-AEEA-4F87DF903758}" destId="{8BA6D3C1-B211-8B49-A1E7-131295CAA069}" srcOrd="0" destOrd="0" presId="urn:microsoft.com/office/officeart/2005/8/layout/vProcess5"/>
    <dgm:cxn modelId="{AA526DB3-1BE4-5745-86CE-0BA6A33E9B76}" srcId="{C007C914-4A22-D242-AEEA-4F87DF903758}" destId="{4A93C7B8-B27B-8B4E-ADCD-75110A5F9469}" srcOrd="3" destOrd="0" parTransId="{88735BE6-D580-0B4E-905A-C85AEA522301}" sibTransId="{E232A49F-E9C7-534E-8094-6FEAB66630D5}"/>
    <dgm:cxn modelId="{E71788BB-256D-FE4B-917D-7149A4DB5D92}" type="presOf" srcId="{9B667A8D-0C2D-EB4C-B9DE-5E4059F55751}" destId="{283E3DE7-C2CF-3B4D-B8A6-97840545A2C5}" srcOrd="1" destOrd="0" presId="urn:microsoft.com/office/officeart/2005/8/layout/vProcess5"/>
    <dgm:cxn modelId="{525010F5-DAD9-244C-AF88-16116FB0029B}" srcId="{C007C914-4A22-D242-AEEA-4F87DF903758}" destId="{E28034EE-5837-8E4C-B0D5-3E424D4FB682}" srcOrd="2" destOrd="0" parTransId="{014F8F11-9634-B34B-87EA-44CB62CC9876}" sibTransId="{1BBB9674-8B0C-5644-9004-0D95E20BBD96}"/>
    <dgm:cxn modelId="{5098E0F6-D791-5143-BBBD-AB6BCE0EA6FB}" type="presOf" srcId="{4A93C7B8-B27B-8B4E-ADCD-75110A5F9469}" destId="{9F138F5B-6B0E-ED41-8223-D4F5B7E46CF1}" srcOrd="1" destOrd="0" presId="urn:microsoft.com/office/officeart/2005/8/layout/vProcess5"/>
    <dgm:cxn modelId="{CDFC8CE4-C4C7-7B4B-BC44-B0D772E32640}" type="presParOf" srcId="{8BA6D3C1-B211-8B49-A1E7-131295CAA069}" destId="{9C4459A8-AB71-CD49-8C7B-CE4AA2F333F7}" srcOrd="0" destOrd="0" presId="urn:microsoft.com/office/officeart/2005/8/layout/vProcess5"/>
    <dgm:cxn modelId="{75A1199D-98D3-3149-A050-23079006C5CE}" type="presParOf" srcId="{8BA6D3C1-B211-8B49-A1E7-131295CAA069}" destId="{812AF011-DFDF-8745-9BB2-03B46729B751}" srcOrd="1" destOrd="0" presId="urn:microsoft.com/office/officeart/2005/8/layout/vProcess5"/>
    <dgm:cxn modelId="{D2483620-D97D-594B-92DF-656EB76EC9C3}" type="presParOf" srcId="{8BA6D3C1-B211-8B49-A1E7-131295CAA069}" destId="{43942645-B556-F345-AB9F-AAD142DD5451}" srcOrd="2" destOrd="0" presId="urn:microsoft.com/office/officeart/2005/8/layout/vProcess5"/>
    <dgm:cxn modelId="{89469558-F7DC-FC49-A0E3-4DA88FB0E84B}" type="presParOf" srcId="{8BA6D3C1-B211-8B49-A1E7-131295CAA069}" destId="{08B284B0-B689-DF4E-ADEA-8EC989B556C6}" srcOrd="3" destOrd="0" presId="urn:microsoft.com/office/officeart/2005/8/layout/vProcess5"/>
    <dgm:cxn modelId="{D54090B4-88B5-2942-96EE-4E227BC9AF1F}" type="presParOf" srcId="{8BA6D3C1-B211-8B49-A1E7-131295CAA069}" destId="{995BA556-B64B-184E-9509-786AE57AEC98}" srcOrd="4" destOrd="0" presId="urn:microsoft.com/office/officeart/2005/8/layout/vProcess5"/>
    <dgm:cxn modelId="{A81CDD06-C69B-9F41-88CF-D5737AA3FA86}" type="presParOf" srcId="{8BA6D3C1-B211-8B49-A1E7-131295CAA069}" destId="{6D45A51C-354B-004F-AB3F-24D6C424FFB8}" srcOrd="5" destOrd="0" presId="urn:microsoft.com/office/officeart/2005/8/layout/vProcess5"/>
    <dgm:cxn modelId="{D28DFA51-CA9C-7044-BB08-8B35EB8C791D}" type="presParOf" srcId="{8BA6D3C1-B211-8B49-A1E7-131295CAA069}" destId="{B3380E4B-6525-7849-9311-01FC404DA596}" srcOrd="6" destOrd="0" presId="urn:microsoft.com/office/officeart/2005/8/layout/vProcess5"/>
    <dgm:cxn modelId="{DA18CA57-F5DD-6246-A78D-FCF4DD9FF015}" type="presParOf" srcId="{8BA6D3C1-B211-8B49-A1E7-131295CAA069}" destId="{A21E8233-D43E-A445-AE0E-8E1CDE76F09E}" srcOrd="7" destOrd="0" presId="urn:microsoft.com/office/officeart/2005/8/layout/vProcess5"/>
    <dgm:cxn modelId="{1533DF3C-BCE7-3449-8C1A-7E1D5777B76D}" type="presParOf" srcId="{8BA6D3C1-B211-8B49-A1E7-131295CAA069}" destId="{B8B29D94-491D-3F44-B410-23889D782BBD}" srcOrd="8" destOrd="0" presId="urn:microsoft.com/office/officeart/2005/8/layout/vProcess5"/>
    <dgm:cxn modelId="{E9223AE7-95BF-FA45-BF24-88642191231C}" type="presParOf" srcId="{8BA6D3C1-B211-8B49-A1E7-131295CAA069}" destId="{A535ED38-FB42-094D-B60F-FB302EAE56AB}" srcOrd="9" destOrd="0" presId="urn:microsoft.com/office/officeart/2005/8/layout/vProcess5"/>
    <dgm:cxn modelId="{436106F9-A0D4-464B-9084-9AD874EBA72E}" type="presParOf" srcId="{8BA6D3C1-B211-8B49-A1E7-131295CAA069}" destId="{283E3DE7-C2CF-3B4D-B8A6-97840545A2C5}" srcOrd="10" destOrd="0" presId="urn:microsoft.com/office/officeart/2005/8/layout/vProcess5"/>
    <dgm:cxn modelId="{A9C4942F-6CB8-3244-9BA4-E98107541484}" type="presParOf" srcId="{8BA6D3C1-B211-8B49-A1E7-131295CAA069}" destId="{A95911A6-6F58-9A40-B67E-8FA18E6FA047}" srcOrd="11" destOrd="0" presId="urn:microsoft.com/office/officeart/2005/8/layout/vProcess5"/>
    <dgm:cxn modelId="{39FFBC23-7E1E-E14E-B778-DE96C96400A7}" type="presParOf" srcId="{8BA6D3C1-B211-8B49-A1E7-131295CAA069}" destId="{C0545EDC-ED28-AD4F-B826-9C0B9FBE30E3}" srcOrd="12" destOrd="0" presId="urn:microsoft.com/office/officeart/2005/8/layout/vProcess5"/>
    <dgm:cxn modelId="{B0A937A8-CB35-D141-B964-6FA5AAADDF25}" type="presParOf" srcId="{8BA6D3C1-B211-8B49-A1E7-131295CAA069}" destId="{9F138F5B-6B0E-ED41-8223-D4F5B7E46CF1}" srcOrd="13" destOrd="0" presId="urn:microsoft.com/office/officeart/2005/8/layout/vProcess5"/>
    <dgm:cxn modelId="{DBE0CFCB-79E4-8449-8ED3-AE6B7FFDE024}" type="presParOf" srcId="{8BA6D3C1-B211-8B49-A1E7-131295CAA069}" destId="{1F4BBE8E-D701-3F4B-8EBB-ADC06D4A0F32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728E98-CED8-3B4D-B946-019683461015}">
      <dsp:nvSpPr>
        <dsp:cNvPr id="0" name=""/>
        <dsp:cNvSpPr/>
      </dsp:nvSpPr>
      <dsp:spPr>
        <a:xfrm>
          <a:off x="161114" y="1227218"/>
          <a:ext cx="2859129" cy="2358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dirty="0"/>
            <a:t>Kerjasama </a:t>
          </a:r>
          <a:r>
            <a:rPr lang="en-US" sz="1800" kern="1200" dirty="0" err="1"/>
            <a:t>dengan</a:t>
          </a:r>
          <a:r>
            <a:rPr lang="en-US" sz="1800" kern="1200" dirty="0"/>
            <a:t> </a:t>
          </a:r>
          <a:r>
            <a:rPr lang="en-US" sz="1800" kern="1200" dirty="0" err="1"/>
            <a:t>asosiasi</a:t>
          </a:r>
          <a:r>
            <a:rPr lang="en-US" sz="1800" kern="1200" dirty="0"/>
            <a:t> </a:t>
          </a:r>
          <a:r>
            <a:rPr lang="en-US" sz="1800" kern="1200" dirty="0" err="1"/>
            <a:t>keilmuan</a:t>
          </a:r>
          <a:r>
            <a:rPr lang="en-US" sz="1800" kern="1200" dirty="0"/>
            <a:t>, </a:t>
          </a:r>
          <a:r>
            <a:rPr lang="en-US" sz="1800" kern="1200" dirty="0" err="1"/>
            <a:t>pakar</a:t>
          </a:r>
          <a:r>
            <a:rPr lang="en-US" sz="1800" kern="1200" dirty="0"/>
            <a:t> </a:t>
          </a:r>
          <a:r>
            <a:rPr lang="en-US" sz="1800" kern="1200" dirty="0" err="1"/>
            <a:t>industri</a:t>
          </a:r>
          <a:r>
            <a:rPr lang="en-US" sz="1800" kern="1200" dirty="0"/>
            <a:t>, dan </a:t>
          </a:r>
          <a:r>
            <a:rPr lang="en-US" sz="1800" kern="1200" dirty="0" err="1"/>
            <a:t>pengguna</a:t>
          </a:r>
          <a:r>
            <a:rPr lang="en-US" sz="1800" kern="1200" dirty="0"/>
            <a:t> </a:t>
          </a:r>
          <a:r>
            <a:rPr lang="en-US" sz="1800" kern="1200" dirty="0" err="1"/>
            <a:t>lulusan</a:t>
          </a:r>
          <a:r>
            <a:rPr lang="en-US" sz="1800" kern="1200" dirty="0"/>
            <a:t> </a:t>
          </a:r>
        </a:p>
      </dsp:txBody>
      <dsp:txXfrm>
        <a:off x="215382" y="1281486"/>
        <a:ext cx="2750593" cy="1744322"/>
      </dsp:txXfrm>
    </dsp:sp>
    <dsp:sp modelId="{7A50203E-99A8-E240-AAB7-F00EBFE87A1B}">
      <dsp:nvSpPr>
        <dsp:cNvPr id="0" name=""/>
        <dsp:cNvSpPr/>
      </dsp:nvSpPr>
      <dsp:spPr>
        <a:xfrm>
          <a:off x="1745560" y="1708736"/>
          <a:ext cx="3271461" cy="3271461"/>
        </a:xfrm>
        <a:prstGeom prst="leftCircularArrow">
          <a:avLst>
            <a:gd name="adj1" fmla="val 3514"/>
            <a:gd name="adj2" fmla="val 436105"/>
            <a:gd name="adj3" fmla="val 2211616"/>
            <a:gd name="adj4" fmla="val 9024489"/>
            <a:gd name="adj5" fmla="val 409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B0021A-4A81-3142-B0BF-9C141B0410A0}">
      <dsp:nvSpPr>
        <dsp:cNvPr id="0" name=""/>
        <dsp:cNvSpPr/>
      </dsp:nvSpPr>
      <dsp:spPr>
        <a:xfrm>
          <a:off x="796476" y="3080076"/>
          <a:ext cx="2541448" cy="1010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Identifikasi</a:t>
          </a:r>
          <a:r>
            <a:rPr lang="en-US" sz="2300" kern="1200" dirty="0"/>
            <a:t> </a:t>
          </a:r>
          <a:r>
            <a:rPr lang="en-US" sz="2300" kern="1200" dirty="0" err="1"/>
            <a:t>Kebutuhan</a:t>
          </a:r>
          <a:r>
            <a:rPr lang="en-US" sz="2300" kern="1200" dirty="0"/>
            <a:t> Pasar</a:t>
          </a:r>
        </a:p>
      </dsp:txBody>
      <dsp:txXfrm>
        <a:off x="826077" y="3109677"/>
        <a:ext cx="2482246" cy="951448"/>
      </dsp:txXfrm>
    </dsp:sp>
    <dsp:sp modelId="{B5795779-853C-9B4D-9807-06E85E4AB027}">
      <dsp:nvSpPr>
        <dsp:cNvPr id="0" name=""/>
        <dsp:cNvSpPr/>
      </dsp:nvSpPr>
      <dsp:spPr>
        <a:xfrm>
          <a:off x="3885294" y="1227218"/>
          <a:ext cx="2859129" cy="2358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Menganalisis</a:t>
          </a:r>
          <a:r>
            <a:rPr lang="en-US" sz="1800" kern="1200" dirty="0"/>
            <a:t> </a:t>
          </a:r>
          <a:r>
            <a:rPr lang="en-US" sz="1800" kern="1200" dirty="0" err="1"/>
            <a:t>kesenjangan</a:t>
          </a:r>
          <a:r>
            <a:rPr lang="en-US" sz="1800" kern="1200" dirty="0"/>
            <a:t> </a:t>
          </a:r>
          <a:r>
            <a:rPr lang="en-US" sz="1800" kern="1200" dirty="0" err="1"/>
            <a:t>keahlian</a:t>
          </a:r>
          <a:r>
            <a:rPr lang="en-US" sz="1800" kern="1200" dirty="0"/>
            <a:t> </a:t>
          </a:r>
          <a:r>
            <a:rPr lang="en-US" sz="1800" kern="1200" dirty="0" err="1"/>
            <a:t>lulusan</a:t>
          </a:r>
          <a:r>
            <a:rPr lang="en-US" sz="1800" kern="1200" dirty="0"/>
            <a:t> </a:t>
          </a:r>
          <a:r>
            <a:rPr lang="en-US" sz="1800" kern="1200" dirty="0" err="1"/>
            <a:t>saat</a:t>
          </a:r>
          <a:r>
            <a:rPr lang="en-US" sz="1800" kern="1200" dirty="0"/>
            <a:t> </a:t>
          </a:r>
          <a:r>
            <a:rPr lang="en-US" sz="1800" kern="1200" dirty="0" err="1"/>
            <a:t>ini</a:t>
          </a:r>
          <a:r>
            <a:rPr lang="en-US" sz="1800" kern="1200" dirty="0"/>
            <a:t> dan </a:t>
          </a:r>
          <a:r>
            <a:rPr lang="en-US" sz="1800" kern="1200" dirty="0" err="1"/>
            <a:t>kebutuhan</a:t>
          </a:r>
          <a:endParaRPr lang="en-US" sz="1800" kern="1200" dirty="0"/>
        </a:p>
      </dsp:txBody>
      <dsp:txXfrm>
        <a:off x="3939562" y="1786811"/>
        <a:ext cx="2750593" cy="1744322"/>
      </dsp:txXfrm>
    </dsp:sp>
    <dsp:sp modelId="{EE62DD8C-042E-744D-B638-6555347A52DA}">
      <dsp:nvSpPr>
        <dsp:cNvPr id="0" name=""/>
        <dsp:cNvSpPr/>
      </dsp:nvSpPr>
      <dsp:spPr>
        <a:xfrm>
          <a:off x="5445914" y="-260040"/>
          <a:ext cx="3636794" cy="3636794"/>
        </a:xfrm>
        <a:prstGeom prst="circularArrow">
          <a:avLst>
            <a:gd name="adj1" fmla="val 3161"/>
            <a:gd name="adj2" fmla="val 389022"/>
            <a:gd name="adj3" fmla="val 19435467"/>
            <a:gd name="adj4" fmla="val 12575511"/>
            <a:gd name="adj5" fmla="val 368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34DA3-1456-0D4E-8B24-45C0C7589B37}">
      <dsp:nvSpPr>
        <dsp:cNvPr id="0" name=""/>
        <dsp:cNvSpPr/>
      </dsp:nvSpPr>
      <dsp:spPr>
        <a:xfrm>
          <a:off x="4520656" y="721893"/>
          <a:ext cx="2541448" cy="1010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Analisis</a:t>
          </a:r>
          <a:r>
            <a:rPr lang="en-US" sz="2300" kern="1200" dirty="0"/>
            <a:t> </a:t>
          </a:r>
          <a:r>
            <a:rPr lang="en-US" sz="2300" kern="1200" dirty="0" err="1"/>
            <a:t>Kesenjangan</a:t>
          </a:r>
          <a:r>
            <a:rPr lang="en-US" sz="2300" kern="1200" dirty="0"/>
            <a:t> (</a:t>
          </a:r>
          <a:r>
            <a:rPr lang="en-US" sz="2300" i="1" kern="1200" dirty="0"/>
            <a:t>gap</a:t>
          </a:r>
          <a:r>
            <a:rPr lang="en-US" sz="2300" kern="1200" dirty="0"/>
            <a:t>)</a:t>
          </a:r>
        </a:p>
      </dsp:txBody>
      <dsp:txXfrm>
        <a:off x="4550257" y="751494"/>
        <a:ext cx="2482246" cy="951448"/>
      </dsp:txXfrm>
    </dsp:sp>
    <dsp:sp modelId="{4F1940ED-78F3-674E-8EB3-66F2CDB8683E}">
      <dsp:nvSpPr>
        <dsp:cNvPr id="0" name=""/>
        <dsp:cNvSpPr/>
      </dsp:nvSpPr>
      <dsp:spPr>
        <a:xfrm>
          <a:off x="7609475" y="1227218"/>
          <a:ext cx="2859129" cy="2358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Disusun</a:t>
          </a:r>
          <a:r>
            <a:rPr lang="en-US" sz="1800" kern="1200" dirty="0"/>
            <a:t> </a:t>
          </a:r>
          <a:r>
            <a:rPr lang="en-US" sz="1800" kern="1200" dirty="0" err="1"/>
            <a:t>dengan</a:t>
          </a:r>
          <a:r>
            <a:rPr lang="en-US" sz="1800" kern="1200" dirty="0"/>
            <a:t> </a:t>
          </a:r>
          <a:r>
            <a:rPr lang="en-US" sz="1800" kern="1200" dirty="0" err="1"/>
            <a:t>memilih</a:t>
          </a:r>
          <a:r>
            <a:rPr lang="en-US" sz="1800" kern="1200" dirty="0"/>
            <a:t> </a:t>
          </a:r>
          <a:r>
            <a:rPr lang="en-US" sz="1800" kern="1200" dirty="0" err="1"/>
            <a:t>mata</a:t>
          </a:r>
          <a:r>
            <a:rPr lang="en-US" sz="1800" kern="1200" dirty="0"/>
            <a:t> </a:t>
          </a:r>
          <a:r>
            <a:rPr lang="en-US" sz="1800" kern="1200" dirty="0" err="1"/>
            <a:t>kuliah</a:t>
          </a:r>
          <a:r>
            <a:rPr lang="en-US" sz="1800" kern="1200" dirty="0"/>
            <a:t> dan </a:t>
          </a:r>
          <a:r>
            <a:rPr lang="en-US" sz="1800" kern="1200" dirty="0" err="1"/>
            <a:t>metode</a:t>
          </a:r>
          <a:r>
            <a:rPr lang="en-US" sz="1800" kern="1200" dirty="0"/>
            <a:t> </a:t>
          </a:r>
          <a:r>
            <a:rPr lang="en-US" sz="1800" kern="1200" dirty="0" err="1"/>
            <a:t>evaluasi</a:t>
          </a:r>
          <a:r>
            <a:rPr lang="en-US" sz="1800" kern="1200" dirty="0"/>
            <a:t> </a:t>
          </a:r>
          <a:r>
            <a:rPr lang="en-US" sz="1800" kern="1200" dirty="0" err="1"/>
            <a:t>untuk</a:t>
          </a:r>
          <a:r>
            <a:rPr lang="en-US" sz="1800" kern="1200" dirty="0"/>
            <a:t> </a:t>
          </a:r>
          <a:r>
            <a:rPr lang="en-US" sz="1800" kern="1200" dirty="0" err="1"/>
            <a:t>mencapai</a:t>
          </a:r>
          <a:r>
            <a:rPr lang="en-US" sz="1800" kern="1200" dirty="0"/>
            <a:t> </a:t>
          </a:r>
          <a:r>
            <a:rPr lang="en-US" sz="1800" kern="1200" dirty="0" err="1"/>
            <a:t>tujuan</a:t>
          </a:r>
          <a:r>
            <a:rPr lang="en-US" sz="1800" kern="1200" dirty="0"/>
            <a:t> </a:t>
          </a:r>
          <a:r>
            <a:rPr lang="en-US" sz="1800" kern="1200" dirty="0" err="1"/>
            <a:t>pembelajaran</a:t>
          </a:r>
          <a:r>
            <a:rPr lang="en-US" sz="1800" kern="1200" dirty="0"/>
            <a:t> yang </a:t>
          </a:r>
          <a:r>
            <a:rPr lang="en-US" sz="1800" kern="1200" dirty="0" err="1"/>
            <a:t>telah</a:t>
          </a:r>
          <a:r>
            <a:rPr lang="en-US" sz="1800" kern="1200" dirty="0"/>
            <a:t> </a:t>
          </a:r>
          <a:r>
            <a:rPr lang="en-US" sz="1800" kern="1200" dirty="0" err="1"/>
            <a:t>ditetapkan</a:t>
          </a:r>
          <a:endParaRPr lang="en-US" sz="1800" kern="1200" dirty="0"/>
        </a:p>
      </dsp:txBody>
      <dsp:txXfrm>
        <a:off x="7663743" y="1281486"/>
        <a:ext cx="2750593" cy="1744322"/>
      </dsp:txXfrm>
    </dsp:sp>
    <dsp:sp modelId="{5E4274DD-7F66-CC43-AB9F-7269F8F2B6E0}">
      <dsp:nvSpPr>
        <dsp:cNvPr id="0" name=""/>
        <dsp:cNvSpPr/>
      </dsp:nvSpPr>
      <dsp:spPr>
        <a:xfrm>
          <a:off x="8244837" y="3080076"/>
          <a:ext cx="2541448" cy="1010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Perancangan</a:t>
          </a:r>
          <a:r>
            <a:rPr lang="en-US" sz="2300" kern="1200" dirty="0"/>
            <a:t> </a:t>
          </a:r>
          <a:r>
            <a:rPr lang="en-US" sz="2300" kern="1200" dirty="0" err="1"/>
            <a:t>Kurikulum</a:t>
          </a:r>
          <a:endParaRPr lang="en-US" sz="2300" kern="1200" dirty="0"/>
        </a:p>
      </dsp:txBody>
      <dsp:txXfrm>
        <a:off x="8274438" y="3109677"/>
        <a:ext cx="2482246" cy="9514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2AF011-DFDF-8745-9BB2-03B46729B751}">
      <dsp:nvSpPr>
        <dsp:cNvPr id="0" name=""/>
        <dsp:cNvSpPr/>
      </dsp:nvSpPr>
      <dsp:spPr>
        <a:xfrm>
          <a:off x="0" y="0"/>
          <a:ext cx="8097012" cy="78324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Profil</a:t>
          </a:r>
          <a:r>
            <a:rPr lang="en-US" sz="2800" kern="1200" dirty="0"/>
            <a:t> </a:t>
          </a:r>
          <a:r>
            <a:rPr lang="en-US" sz="2800" kern="1200" dirty="0" err="1"/>
            <a:t>Lulusan</a:t>
          </a:r>
          <a:r>
            <a:rPr lang="en-US" sz="2800" kern="1200" dirty="0"/>
            <a:t> (PL)</a:t>
          </a:r>
        </a:p>
      </dsp:txBody>
      <dsp:txXfrm>
        <a:off x="22940" y="22940"/>
        <a:ext cx="7160195" cy="737360"/>
      </dsp:txXfrm>
    </dsp:sp>
    <dsp:sp modelId="{43942645-B556-F345-AB9F-AAD142DD5451}">
      <dsp:nvSpPr>
        <dsp:cNvPr id="0" name=""/>
        <dsp:cNvSpPr/>
      </dsp:nvSpPr>
      <dsp:spPr>
        <a:xfrm>
          <a:off x="604646" y="892024"/>
          <a:ext cx="8097012" cy="78324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Capaian</a:t>
          </a:r>
          <a:r>
            <a:rPr lang="en-US" sz="2800" kern="1200" dirty="0"/>
            <a:t> </a:t>
          </a:r>
          <a:r>
            <a:rPr lang="en-US" sz="2800" kern="1200" dirty="0" err="1"/>
            <a:t>Pembelajaran</a:t>
          </a:r>
          <a:r>
            <a:rPr lang="en-US" sz="2800" kern="1200" dirty="0"/>
            <a:t> </a:t>
          </a:r>
          <a:r>
            <a:rPr lang="en-US" sz="2800" kern="1200" dirty="0" err="1"/>
            <a:t>Lulusan</a:t>
          </a:r>
          <a:r>
            <a:rPr lang="en-US" sz="2800" kern="1200" dirty="0"/>
            <a:t> (CPL)</a:t>
          </a:r>
        </a:p>
      </dsp:txBody>
      <dsp:txXfrm>
        <a:off x="627586" y="914964"/>
        <a:ext cx="6937378" cy="737360"/>
      </dsp:txXfrm>
    </dsp:sp>
    <dsp:sp modelId="{08B284B0-B689-DF4E-ADEA-8EC989B556C6}">
      <dsp:nvSpPr>
        <dsp:cNvPr id="0" name=""/>
        <dsp:cNvSpPr/>
      </dsp:nvSpPr>
      <dsp:spPr>
        <a:xfrm>
          <a:off x="1209293" y="1784048"/>
          <a:ext cx="8097012" cy="7832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Bahan</a:t>
          </a:r>
          <a:r>
            <a:rPr lang="en-US" sz="2800" kern="1200" dirty="0"/>
            <a:t> Kajian (BK)</a:t>
          </a:r>
        </a:p>
      </dsp:txBody>
      <dsp:txXfrm>
        <a:off x="1232233" y="1806988"/>
        <a:ext cx="6937378" cy="737360"/>
      </dsp:txXfrm>
    </dsp:sp>
    <dsp:sp modelId="{995BA556-B64B-184E-9509-786AE57AEC98}">
      <dsp:nvSpPr>
        <dsp:cNvPr id="0" name=""/>
        <dsp:cNvSpPr/>
      </dsp:nvSpPr>
      <dsp:spPr>
        <a:xfrm>
          <a:off x="1813940" y="2676072"/>
          <a:ext cx="8097012" cy="7832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Capaian</a:t>
          </a:r>
          <a:r>
            <a:rPr lang="en-US" sz="2800" kern="1200" dirty="0"/>
            <a:t> </a:t>
          </a:r>
          <a:r>
            <a:rPr lang="en-US" sz="2800" kern="1200" dirty="0" err="1"/>
            <a:t>Pembelajaran</a:t>
          </a:r>
          <a:r>
            <a:rPr lang="en-US" sz="2800" kern="1200" dirty="0"/>
            <a:t> Mata </a:t>
          </a:r>
          <a:r>
            <a:rPr lang="en-US" sz="2800" kern="1200" dirty="0" err="1"/>
            <a:t>Kuliah</a:t>
          </a:r>
          <a:r>
            <a:rPr lang="en-US" sz="2800" kern="1200" dirty="0"/>
            <a:t> (CPMK)</a:t>
          </a:r>
        </a:p>
      </dsp:txBody>
      <dsp:txXfrm>
        <a:off x="1836880" y="2699012"/>
        <a:ext cx="6937378" cy="737360"/>
      </dsp:txXfrm>
    </dsp:sp>
    <dsp:sp modelId="{6D45A51C-354B-004F-AB3F-24D6C424FFB8}">
      <dsp:nvSpPr>
        <dsp:cNvPr id="0" name=""/>
        <dsp:cNvSpPr/>
      </dsp:nvSpPr>
      <dsp:spPr>
        <a:xfrm>
          <a:off x="2418587" y="3568097"/>
          <a:ext cx="8097012" cy="78324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Mata </a:t>
          </a:r>
          <a:r>
            <a:rPr lang="en-US" sz="2800" kern="1200" dirty="0" err="1"/>
            <a:t>Kuliah</a:t>
          </a:r>
          <a:r>
            <a:rPr lang="en-US" sz="2800" kern="1200" dirty="0"/>
            <a:t> (MK)</a:t>
          </a:r>
        </a:p>
      </dsp:txBody>
      <dsp:txXfrm>
        <a:off x="2441527" y="3591037"/>
        <a:ext cx="6937378" cy="737360"/>
      </dsp:txXfrm>
    </dsp:sp>
    <dsp:sp modelId="{B3380E4B-6525-7849-9311-01FC404DA596}">
      <dsp:nvSpPr>
        <dsp:cNvPr id="0" name=""/>
        <dsp:cNvSpPr/>
      </dsp:nvSpPr>
      <dsp:spPr>
        <a:xfrm>
          <a:off x="7587905" y="572200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702454" y="572200"/>
        <a:ext cx="280008" cy="383102"/>
      </dsp:txXfrm>
    </dsp:sp>
    <dsp:sp modelId="{A21E8233-D43E-A445-AE0E-8E1CDE76F09E}">
      <dsp:nvSpPr>
        <dsp:cNvPr id="0" name=""/>
        <dsp:cNvSpPr/>
      </dsp:nvSpPr>
      <dsp:spPr>
        <a:xfrm>
          <a:off x="8192552" y="146422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07101" y="1464225"/>
        <a:ext cx="280008" cy="383102"/>
      </dsp:txXfrm>
    </dsp:sp>
    <dsp:sp modelId="{B8B29D94-491D-3F44-B410-23889D782BBD}">
      <dsp:nvSpPr>
        <dsp:cNvPr id="0" name=""/>
        <dsp:cNvSpPr/>
      </dsp:nvSpPr>
      <dsp:spPr>
        <a:xfrm>
          <a:off x="8797199" y="234319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911748" y="2343195"/>
        <a:ext cx="280008" cy="383102"/>
      </dsp:txXfrm>
    </dsp:sp>
    <dsp:sp modelId="{A535ED38-FB42-094D-B60F-FB302EAE56AB}">
      <dsp:nvSpPr>
        <dsp:cNvPr id="0" name=""/>
        <dsp:cNvSpPr/>
      </dsp:nvSpPr>
      <dsp:spPr>
        <a:xfrm>
          <a:off x="9401846" y="3243922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516395" y="3243922"/>
        <a:ext cx="280008" cy="383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1A3B-FEF6-372F-AA11-E1286FB28E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8D4E90-791F-0628-2DE3-54EABABEA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D6675-04E1-6BD8-EED5-4B6DFB808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BDEC0-4369-2443-80D8-43717FA399E9}" type="datetimeFigureOut">
              <a:rPr lang="en-US" smtClean="0"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E48CC-6746-069F-3B1D-C51443585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C21BA-68A0-7950-B729-9345EEFFF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86ADC-7BE7-8E4E-A573-7F38AFE29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22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70368-18B1-D4EA-E407-B5B3232C0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17D63-4ACE-B441-DCB2-5938EBA4C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A85D3-AB47-5F07-E744-8886B0768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BDEC0-4369-2443-80D8-43717FA399E9}" type="datetimeFigureOut">
              <a:rPr lang="en-US" smtClean="0"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A9B9A-B370-E9B1-4B1C-85417FBBD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F94A0-4073-5E77-6D13-962CBD55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86ADC-7BE7-8E4E-A573-7F38AFE29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956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DEA6D-3313-9260-69E1-A36C4A28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EB68C-286F-D885-8B45-8E4C6F21C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6CE7-4981-4A65-5E62-61B52C895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BDEC0-4369-2443-80D8-43717FA399E9}" type="datetimeFigureOut">
              <a:rPr lang="en-US" smtClean="0"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650C4-D7FA-1B70-325B-1E6C26DE2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E25E5-BAAF-3ACF-D5DD-896D6708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86ADC-7BE7-8E4E-A573-7F38AFE29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90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0898C-33C0-A76E-91ED-E7C0ECF0A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C916C-3D4D-37DB-CF6B-A02428EEDE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E78F5-1C82-B26D-59C2-E80175ABE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9C8DA-B84A-995F-D91C-15176082B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BDEC0-4369-2443-80D8-43717FA399E9}" type="datetimeFigureOut">
              <a:rPr lang="en-US" smtClean="0"/>
              <a:t>8/8/24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8D44F-8FCB-603B-EC84-D9AF2C902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AE789-A9F2-2669-B8FE-A040C878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86ADC-7BE7-8E4E-A573-7F38AFE29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047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D204F-9975-5C78-7F59-576CD09D4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EF2D0-6885-078A-1AAF-DDF73A804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BF410A-D831-93AC-B640-F77B6DD41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EE94CB-CA32-3539-22C4-51EA1EE0D1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883499-A68E-B451-F9F0-C97870C10D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A6A607-0F50-4268-AA35-0F0514CB6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BDEC0-4369-2443-80D8-43717FA399E9}" type="datetimeFigureOut">
              <a:rPr lang="en-US" smtClean="0"/>
              <a:t>8/8/24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264C44-3ABE-8F75-E3D6-9F26D4518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0C1002-1D7E-9EF7-5FC8-3ABE66B14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86ADC-7BE7-8E4E-A573-7F38AFE29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758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A7230-B20B-0E6C-324D-8B19B32EE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1BC656-26F1-770A-03F8-F08924A16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BDEC0-4369-2443-80D8-43717FA399E9}" type="datetimeFigureOut">
              <a:rPr lang="en-US" smtClean="0"/>
              <a:t>8/8/24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4E57AB-02FE-B1A0-9F71-95FE2980F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B93CA-78B6-0BEE-20B9-A4129A033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86ADC-7BE7-8E4E-A573-7F38AFE29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95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1AB58A-C5BC-714F-E878-92ED46416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BDEC0-4369-2443-80D8-43717FA399E9}" type="datetimeFigureOut">
              <a:rPr lang="en-US" smtClean="0"/>
              <a:t>8/8/24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AE4A1-893B-E23D-6E48-9424DE5EB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DCA50-4151-09A9-3F26-FA4EA466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86ADC-7BE7-8E4E-A573-7F38AFE29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10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84179-C4CE-2B80-74BF-FF5459D07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51F0C-4F1E-2FA0-D383-9C1D6622E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673B9-6BF7-4F47-9D6A-AFF5F1BD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CB0ADB-B5CE-019D-409A-2395BC814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BDEC0-4369-2443-80D8-43717FA399E9}" type="datetimeFigureOut">
              <a:rPr lang="en-US" smtClean="0"/>
              <a:t>8/8/24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558AFC-ADCF-B6C7-54E6-59985DBBD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DD493F-38DC-89B2-C7E2-B37464CEE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86ADC-7BE7-8E4E-A573-7F38AFE29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374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407D6-4CAA-7150-E043-514C9C99D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6B5207-4D55-13A9-C8EB-573B9CCCCB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28D34A-AF4B-DABE-6028-31A506483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5C42C-434F-B766-81DE-287BDE1FE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BDEC0-4369-2443-80D8-43717FA399E9}" type="datetimeFigureOut">
              <a:rPr lang="en-US" smtClean="0"/>
              <a:t>8/8/24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5D478-B913-68A1-19E4-2A18000F5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C5330-F4D0-D79B-0825-11AA05EC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86ADC-7BE7-8E4E-A573-7F38AFE29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38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B0FAD-0037-9FE1-1514-F45D66354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A3BC7D-FBA0-4DFC-7008-4EDC33BCE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CBE42-B71F-BC8F-AAE8-48D519375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BDEC0-4369-2443-80D8-43717FA399E9}" type="datetimeFigureOut">
              <a:rPr lang="en-US" smtClean="0"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75740-67E3-262A-80C9-8C8791AF7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B7F8C-97CF-C732-AD91-6FC8996AF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86ADC-7BE7-8E4E-A573-7F38AFE29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898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42E979-ECC8-FE4D-9B15-968E535968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7442E-A02E-5E44-4F81-B308E1603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CC8AE-9450-36C4-6588-C9B2AE4A8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BDEC0-4369-2443-80D8-43717FA399E9}" type="datetimeFigureOut">
              <a:rPr lang="en-US" smtClean="0"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78DD1-6C88-CA20-02AB-4AB646D88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6727F-F9F4-A0E1-1392-6D9DC4AD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86ADC-7BE7-8E4E-A573-7F38AFE29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96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9E4F46-536E-1D5D-95DD-C3E0B4660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58365-A41A-3DE7-B979-5DB1C2CC9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90991-8598-9D25-1451-342136E21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4BDEC0-4369-2443-80D8-43717FA399E9}" type="datetimeFigureOut">
              <a:rPr lang="en-US" smtClean="0"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0B961-1A95-E899-32A4-CA904B47B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FBE7C-894D-893E-048B-B78F64499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86ADC-7BE7-8E4E-A573-7F38AFE29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99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p9w8hgkGL2RpD8SSWhn8_ToqMfiRvEZh/view?usp=sharing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liJA5Ov92qGxnoR0TW7ZrX2ZOPxATKmN/view?usp=sharing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C66A5-B00C-C904-B951-768211EF7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115808"/>
          </a:xfrm>
        </p:spPr>
        <p:txBody>
          <a:bodyPr/>
          <a:lstStyle/>
          <a:p>
            <a:r>
              <a:rPr lang="en-US" dirty="0" err="1"/>
              <a:t>Sosialisasi</a:t>
            </a:r>
            <a:r>
              <a:rPr lang="en-US" dirty="0"/>
              <a:t> </a:t>
            </a:r>
            <a:r>
              <a:rPr lang="en-US" dirty="0" err="1"/>
              <a:t>Kurikulum</a:t>
            </a:r>
            <a:r>
              <a:rPr lang="en-US" dirty="0"/>
              <a:t> OBE</a:t>
            </a:r>
            <a:br>
              <a:rPr lang="en-US" dirty="0"/>
            </a:br>
            <a:r>
              <a:rPr lang="en-US" sz="4800" dirty="0"/>
              <a:t>(</a:t>
            </a:r>
            <a:r>
              <a:rPr lang="en-US" sz="4800" i="1" dirty="0"/>
              <a:t>Outcome-Based Education</a:t>
            </a:r>
            <a:r>
              <a:rPr lang="en-US" sz="4800" dirty="0"/>
              <a:t>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05FA6D-CDB2-8E1D-BC5F-96E79FF02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542" y="5047425"/>
            <a:ext cx="11088915" cy="1701799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800" dirty="0"/>
              <a:t>Program </a:t>
            </a:r>
            <a:r>
              <a:rPr lang="en-US" sz="2800" dirty="0" err="1"/>
              <a:t>Studi</a:t>
            </a:r>
            <a:r>
              <a:rPr lang="en-US" sz="2800" dirty="0"/>
              <a:t> </a:t>
            </a:r>
            <a:r>
              <a:rPr lang="en-US" sz="2800" dirty="0" err="1"/>
              <a:t>Informatika</a:t>
            </a:r>
            <a:r>
              <a:rPr lang="en-US" sz="2800" dirty="0"/>
              <a:t>, </a:t>
            </a:r>
            <a:r>
              <a:rPr lang="en-US" sz="2800" dirty="0" err="1"/>
              <a:t>Departemen</a:t>
            </a:r>
            <a:r>
              <a:rPr lang="en-US" sz="2800" dirty="0"/>
              <a:t> </a:t>
            </a:r>
            <a:r>
              <a:rPr lang="en-US" sz="2800" dirty="0" err="1"/>
              <a:t>Informatika</a:t>
            </a:r>
            <a:endParaRPr lang="en-US" sz="2800" dirty="0"/>
          </a:p>
          <a:p>
            <a:pPr>
              <a:spcBef>
                <a:spcPts val="600"/>
              </a:spcBef>
            </a:pPr>
            <a:r>
              <a:rPr lang="en-US" sz="2800" dirty="0" err="1"/>
              <a:t>Fakultas</a:t>
            </a:r>
            <a:r>
              <a:rPr lang="en-US" sz="2800" dirty="0"/>
              <a:t> </a:t>
            </a:r>
            <a:r>
              <a:rPr lang="en-US" sz="2800" dirty="0" err="1"/>
              <a:t>Matematika</a:t>
            </a:r>
            <a:r>
              <a:rPr lang="en-US" sz="2800" dirty="0"/>
              <a:t> dan </a:t>
            </a:r>
            <a:r>
              <a:rPr lang="en-US" sz="2800" dirty="0" err="1"/>
              <a:t>Ilmu</a:t>
            </a:r>
            <a:r>
              <a:rPr lang="en-US" sz="2800" dirty="0"/>
              <a:t> </a:t>
            </a:r>
            <a:r>
              <a:rPr lang="en-US" sz="2800" dirty="0" err="1"/>
              <a:t>Pengetahuan</a:t>
            </a:r>
            <a:r>
              <a:rPr lang="en-US" sz="2800" dirty="0"/>
              <a:t> Alam</a:t>
            </a:r>
          </a:p>
          <a:p>
            <a:pPr>
              <a:spcBef>
                <a:spcPts val="600"/>
              </a:spcBef>
            </a:pPr>
            <a:r>
              <a:rPr lang="en-US" sz="2800" dirty="0"/>
              <a:t>Universitas </a:t>
            </a:r>
            <a:r>
              <a:rPr lang="en-US" sz="2800" dirty="0" err="1"/>
              <a:t>Syiah</a:t>
            </a:r>
            <a:r>
              <a:rPr lang="en-US" sz="2800" dirty="0"/>
              <a:t> Kuala</a:t>
            </a:r>
          </a:p>
        </p:txBody>
      </p:sp>
      <p:pic>
        <p:nvPicPr>
          <p:cNvPr id="1026" name="Picture 2" descr="Prodi MAP – USK Unggul">
            <a:extLst>
              <a:ext uri="{FF2B5EF4-FFF2-40B4-BE49-F238E27FC236}">
                <a16:creationId xmlns:a16="http://schemas.microsoft.com/office/drawing/2014/main" id="{F5363925-3C9B-2E41-4958-470180FA2A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831"/>
          <a:stretch/>
        </p:blipFill>
        <p:spPr bwMode="auto">
          <a:xfrm>
            <a:off x="2405389" y="0"/>
            <a:ext cx="2614386" cy="1392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ampus Merdeka (MBKM) | Universitas Muhammadiyah Surabaya">
            <a:extLst>
              <a:ext uri="{FF2B5EF4-FFF2-40B4-BE49-F238E27FC236}">
                <a16:creationId xmlns:a16="http://schemas.microsoft.com/office/drawing/2014/main" id="{D9EC1C61-5553-29FC-0823-0EE161569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95885" y="108776"/>
            <a:ext cx="2790725" cy="1072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8753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557000" cy="781504"/>
          </a:xfrm>
        </p:spPr>
        <p:txBody>
          <a:bodyPr/>
          <a:lstStyle/>
          <a:p>
            <a:r>
              <a:rPr lang="en-US" dirty="0"/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EA580-5DF9-2155-C19C-B8BFE71CF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628" y="1291770"/>
            <a:ext cx="11556999" cy="5050973"/>
          </a:xfrm>
        </p:spPr>
        <p:txBody>
          <a:bodyPr/>
          <a:lstStyle/>
          <a:p>
            <a:r>
              <a:rPr lang="en-US" dirty="0"/>
              <a:t>Proses </a:t>
            </a:r>
            <a:r>
              <a:rPr lang="en-US" dirty="0" err="1"/>
              <a:t>Penyusunan</a:t>
            </a:r>
            <a:r>
              <a:rPr lang="en-US" dirty="0"/>
              <a:t> </a:t>
            </a:r>
            <a:r>
              <a:rPr lang="en-US" dirty="0" err="1"/>
              <a:t>Dokumen</a:t>
            </a:r>
            <a:r>
              <a:rPr lang="en-US" dirty="0"/>
              <a:t> </a:t>
            </a:r>
            <a:r>
              <a:rPr lang="en-US" dirty="0" err="1"/>
              <a:t>Kurikulum</a:t>
            </a:r>
            <a:r>
              <a:rPr lang="en-US" dirty="0"/>
              <a:t> Program </a:t>
            </a:r>
            <a:r>
              <a:rPr lang="en-US" dirty="0" err="1"/>
              <a:t>Studi</a:t>
            </a:r>
            <a:endParaRPr lang="en-US" dirty="0"/>
          </a:p>
          <a:p>
            <a:r>
              <a:rPr lang="en-US" dirty="0" err="1"/>
              <a:t>Visi</a:t>
            </a:r>
            <a:r>
              <a:rPr lang="en-US" dirty="0"/>
              <a:t> </a:t>
            </a:r>
            <a:r>
              <a:rPr lang="en-US" dirty="0" err="1"/>
              <a:t>Keilmuan</a:t>
            </a:r>
            <a:r>
              <a:rPr lang="en-US" dirty="0"/>
              <a:t>, </a:t>
            </a:r>
            <a:r>
              <a:rPr lang="en-US" dirty="0" err="1"/>
              <a:t>Tujuan</a:t>
            </a:r>
            <a:r>
              <a:rPr lang="en-US" dirty="0"/>
              <a:t> dan Strategi Program </a:t>
            </a:r>
            <a:r>
              <a:rPr lang="en-US" dirty="0" err="1"/>
              <a:t>Studi</a:t>
            </a:r>
            <a:endParaRPr lang="en-US" dirty="0"/>
          </a:p>
          <a:p>
            <a:r>
              <a:rPr lang="en-US" dirty="0" err="1"/>
              <a:t>Profil</a:t>
            </a:r>
            <a:r>
              <a:rPr lang="en-US" dirty="0"/>
              <a:t> dan </a:t>
            </a:r>
            <a:r>
              <a:rPr lang="en-US" dirty="0" err="1"/>
              <a:t>Rumusan</a:t>
            </a:r>
            <a:r>
              <a:rPr lang="en-US" dirty="0"/>
              <a:t> </a:t>
            </a: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Kompetensi</a:t>
            </a:r>
            <a:r>
              <a:rPr lang="en-US" dirty="0"/>
              <a:t> </a:t>
            </a:r>
            <a:r>
              <a:rPr lang="en-US" dirty="0" err="1"/>
              <a:t>Lulusan</a:t>
            </a:r>
            <a:endParaRPr lang="en-US" dirty="0"/>
          </a:p>
          <a:p>
            <a:r>
              <a:rPr lang="en-US" dirty="0" err="1"/>
              <a:t>Pembentukan</a:t>
            </a:r>
            <a:r>
              <a:rPr lang="en-US" dirty="0"/>
              <a:t> Mata </a:t>
            </a:r>
            <a:r>
              <a:rPr lang="en-US" dirty="0" err="1"/>
              <a:t>Kuliah</a:t>
            </a:r>
            <a:endParaRPr lang="en-US" dirty="0"/>
          </a:p>
          <a:p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Kurikulum</a:t>
            </a:r>
            <a:r>
              <a:rPr lang="en-US" dirty="0"/>
              <a:t> 2024</a:t>
            </a:r>
          </a:p>
          <a:p>
            <a:r>
              <a:rPr lang="en-US" dirty="0"/>
              <a:t>Daftar </a:t>
            </a:r>
            <a:r>
              <a:rPr lang="en-US" dirty="0" err="1"/>
              <a:t>Ekuivalensi</a:t>
            </a:r>
            <a:r>
              <a:rPr lang="en-US" dirty="0"/>
              <a:t> Mata </a:t>
            </a:r>
            <a:r>
              <a:rPr lang="en-US" dirty="0" err="1"/>
              <a:t>Kuliah</a:t>
            </a:r>
            <a:endParaRPr lang="en-US" dirty="0"/>
          </a:p>
          <a:p>
            <a:r>
              <a:rPr lang="en-US" dirty="0" err="1"/>
              <a:t>Transkrip</a:t>
            </a:r>
            <a:r>
              <a:rPr lang="en-US" dirty="0"/>
              <a:t> Nilai </a:t>
            </a:r>
            <a:r>
              <a:rPr lang="en-US" dirty="0" err="1"/>
              <a:t>Sementara</a:t>
            </a:r>
            <a:r>
              <a:rPr lang="en-US" dirty="0"/>
              <a:t> </a:t>
            </a:r>
          </a:p>
          <a:p>
            <a:r>
              <a:rPr lang="en-US" dirty="0" err="1"/>
              <a:t>Rekognisi</a:t>
            </a:r>
            <a:r>
              <a:rPr lang="en-US" dirty="0"/>
              <a:t> </a:t>
            </a:r>
            <a:r>
              <a:rPr lang="en-US" dirty="0" err="1"/>
              <a:t>Kegiatan</a:t>
            </a:r>
            <a:r>
              <a:rPr lang="en-US" dirty="0"/>
              <a:t> MBKM</a:t>
            </a:r>
          </a:p>
          <a:p>
            <a:r>
              <a:rPr lang="en-US" dirty="0" err="1"/>
              <a:t>Evaluasi</a:t>
            </a:r>
            <a:r>
              <a:rPr lang="en-US" dirty="0"/>
              <a:t> </a:t>
            </a:r>
            <a:r>
              <a:rPr lang="en-US" dirty="0" err="1"/>
              <a:t>Pembelajaran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082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8" y="263526"/>
            <a:ext cx="11513457" cy="781504"/>
          </a:xfrm>
        </p:spPr>
        <p:txBody>
          <a:bodyPr/>
          <a:lstStyle/>
          <a:p>
            <a:r>
              <a:rPr lang="en-US" dirty="0"/>
              <a:t>Proses </a:t>
            </a:r>
            <a:r>
              <a:rPr lang="en-US" dirty="0" err="1"/>
              <a:t>Penyusunan</a:t>
            </a:r>
            <a:r>
              <a:rPr lang="en-US" dirty="0"/>
              <a:t> </a:t>
            </a:r>
            <a:r>
              <a:rPr lang="en-US" dirty="0" err="1"/>
              <a:t>Dokumen</a:t>
            </a:r>
            <a:r>
              <a:rPr lang="en-US" dirty="0"/>
              <a:t> </a:t>
            </a:r>
            <a:r>
              <a:rPr lang="en-US" dirty="0" err="1"/>
              <a:t>Kurikulum</a:t>
            </a:r>
            <a:r>
              <a:rPr lang="en-US" dirty="0"/>
              <a:t> PS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48A495-6AA2-E658-DCF2-146A1B5284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7557869"/>
              </p:ext>
            </p:extLst>
          </p:nvPr>
        </p:nvGraphicFramePr>
        <p:xfrm>
          <a:off x="406400" y="1364343"/>
          <a:ext cx="10947400" cy="4812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CF58411-5EBC-15FD-9D8F-4176AC501222}"/>
              </a:ext>
            </a:extLst>
          </p:cNvPr>
          <p:cNvSpPr txBox="1"/>
          <p:nvPr/>
        </p:nvSpPr>
        <p:spPr>
          <a:xfrm>
            <a:off x="5733143" y="6299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824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557000" cy="781504"/>
          </a:xfrm>
        </p:spPr>
        <p:txBody>
          <a:bodyPr/>
          <a:lstStyle/>
          <a:p>
            <a:r>
              <a:rPr lang="en-US" dirty="0"/>
              <a:t>Proses </a:t>
            </a:r>
            <a:r>
              <a:rPr lang="en-US" dirty="0" err="1"/>
              <a:t>Penyusunan</a:t>
            </a:r>
            <a:r>
              <a:rPr lang="en-US" dirty="0"/>
              <a:t> </a:t>
            </a:r>
            <a:r>
              <a:rPr lang="en-US" dirty="0" err="1"/>
              <a:t>Dokumen</a:t>
            </a:r>
            <a:r>
              <a:rPr lang="en-US" dirty="0"/>
              <a:t> </a:t>
            </a:r>
            <a:r>
              <a:rPr lang="en-US" dirty="0" err="1"/>
              <a:t>Kurikulum</a:t>
            </a:r>
            <a:r>
              <a:rPr lang="en-US" dirty="0"/>
              <a:t> 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EA580-5DF9-2155-C19C-B8BFE71CF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629" y="1291770"/>
            <a:ext cx="11557000" cy="5050973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en-ID" dirty="0" err="1">
                <a:effectLst/>
              </a:rPr>
              <a:t>Landasan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Perancangan</a:t>
            </a:r>
            <a:r>
              <a:rPr lang="en-ID" dirty="0">
                <a:effectLst/>
              </a:rPr>
              <a:t> dan </a:t>
            </a:r>
            <a:r>
              <a:rPr lang="en-ID" dirty="0" err="1">
                <a:effectLst/>
              </a:rPr>
              <a:t>Pengembangan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Kurikulum</a:t>
            </a:r>
            <a:endParaRPr lang="en-ID" dirty="0">
              <a:effectLst/>
            </a:endParaRPr>
          </a:p>
          <a:p>
            <a:pPr lvl="1" algn="just">
              <a:spcBef>
                <a:spcPts val="1200"/>
              </a:spcBef>
            </a:pPr>
            <a:r>
              <a:rPr lang="en-ID" dirty="0" err="1">
                <a:effectLst/>
              </a:rPr>
              <a:t>Peraturan</a:t>
            </a:r>
            <a:r>
              <a:rPr lang="en-ID" dirty="0">
                <a:effectLst/>
              </a:rPr>
              <a:t> Menteri Pendidikan, </a:t>
            </a:r>
            <a:r>
              <a:rPr lang="en-ID" dirty="0" err="1">
                <a:effectLst/>
              </a:rPr>
              <a:t>Kebudayaan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Riset</a:t>
            </a:r>
            <a:r>
              <a:rPr lang="en-ID" dirty="0">
                <a:effectLst/>
              </a:rPr>
              <a:t>, dan </a:t>
            </a:r>
            <a:r>
              <a:rPr lang="en-ID" dirty="0" err="1">
                <a:effectLst/>
              </a:rPr>
              <a:t>Teknologi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Nomor</a:t>
            </a:r>
            <a:r>
              <a:rPr lang="en-ID" dirty="0">
                <a:effectLst/>
              </a:rPr>
              <a:t> 53 </a:t>
            </a:r>
            <a:r>
              <a:rPr lang="en-ID" dirty="0" err="1">
                <a:effectLst/>
              </a:rPr>
              <a:t>Tahun</a:t>
            </a:r>
            <a:r>
              <a:rPr lang="en-ID" dirty="0">
                <a:effectLst/>
              </a:rPr>
              <a:t> 2023 </a:t>
            </a:r>
            <a:r>
              <a:rPr lang="en-ID" dirty="0" err="1">
                <a:effectLst/>
              </a:rPr>
              <a:t>tentang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Penjaminan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Mutu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Perguruan</a:t>
            </a:r>
            <a:r>
              <a:rPr lang="en-ID" dirty="0">
                <a:effectLst/>
              </a:rPr>
              <a:t> Tinggi</a:t>
            </a:r>
          </a:p>
          <a:p>
            <a:pPr lvl="1" algn="just">
              <a:spcBef>
                <a:spcPts val="1200"/>
              </a:spcBef>
            </a:pPr>
            <a:r>
              <a:rPr lang="en-ID" dirty="0" err="1">
                <a:effectLst/>
              </a:rPr>
              <a:t>Peraturan</a:t>
            </a:r>
            <a:r>
              <a:rPr lang="en-ID" dirty="0">
                <a:effectLst/>
              </a:rPr>
              <a:t> Menteri Pendidikan dan </a:t>
            </a:r>
            <a:r>
              <a:rPr lang="en-ID" dirty="0" err="1">
                <a:effectLst/>
              </a:rPr>
              <a:t>Kebudayaan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Nomor</a:t>
            </a:r>
            <a:r>
              <a:rPr lang="en-ID" dirty="0">
                <a:effectLst/>
              </a:rPr>
              <a:t> 3 </a:t>
            </a:r>
            <a:r>
              <a:rPr lang="en-ID" dirty="0" err="1">
                <a:effectLst/>
              </a:rPr>
              <a:t>Tahun</a:t>
            </a:r>
            <a:r>
              <a:rPr lang="en-ID" dirty="0">
                <a:effectLst/>
              </a:rPr>
              <a:t> 2020 </a:t>
            </a:r>
            <a:r>
              <a:rPr lang="en-ID" dirty="0" err="1">
                <a:effectLst/>
              </a:rPr>
              <a:t>tentang</a:t>
            </a:r>
            <a:r>
              <a:rPr lang="en-ID" dirty="0"/>
              <a:t> </a:t>
            </a:r>
            <a:r>
              <a:rPr lang="en-ID" dirty="0" err="1">
                <a:effectLst/>
              </a:rPr>
              <a:t>standar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nasional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pendidikan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tinggi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serta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sebagian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disalin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ulang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dari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panduan</a:t>
            </a:r>
            <a:r>
              <a:rPr lang="en-ID" dirty="0"/>
              <a:t> </a:t>
            </a:r>
            <a:r>
              <a:rPr lang="en-ID" dirty="0" err="1">
                <a:effectLst/>
              </a:rPr>
              <a:t>penyusunan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kurikulum</a:t>
            </a:r>
            <a:r>
              <a:rPr lang="en-ID" dirty="0">
                <a:effectLst/>
              </a:rPr>
              <a:t> Pendidikan Tinggi di era </a:t>
            </a:r>
            <a:r>
              <a:rPr lang="en-ID" dirty="0" err="1">
                <a:effectLst/>
              </a:rPr>
              <a:t>revolusi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industri</a:t>
            </a:r>
            <a:r>
              <a:rPr lang="en-ID" dirty="0">
                <a:effectLst/>
              </a:rPr>
              <a:t> 4.0 yang </a:t>
            </a:r>
            <a:r>
              <a:rPr lang="en-ID" dirty="0" err="1">
                <a:effectLst/>
              </a:rPr>
              <a:t>diterbitkan</a:t>
            </a:r>
            <a:r>
              <a:rPr lang="en-ID" dirty="0">
                <a:effectLst/>
              </a:rPr>
              <a:t> oleh </a:t>
            </a:r>
            <a:r>
              <a:rPr lang="en-ID" dirty="0" err="1">
                <a:effectLst/>
              </a:rPr>
              <a:t>Direktorat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Jenderal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Pembelajaran</a:t>
            </a:r>
            <a:r>
              <a:rPr lang="en-ID" dirty="0">
                <a:effectLst/>
              </a:rPr>
              <a:t> dan </a:t>
            </a:r>
            <a:r>
              <a:rPr lang="en-ID" dirty="0" err="1">
                <a:effectLst/>
              </a:rPr>
              <a:t>Kemahasiswaan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Kemdikbudristekdikti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Tahun</a:t>
            </a:r>
            <a:r>
              <a:rPr lang="en-ID" dirty="0">
                <a:effectLst/>
              </a:rPr>
              <a:t> 2020</a:t>
            </a:r>
          </a:p>
          <a:p>
            <a:pPr lvl="1" algn="just">
              <a:spcBef>
                <a:spcPts val="1200"/>
              </a:spcBef>
            </a:pPr>
            <a:r>
              <a:rPr lang="en-ID" dirty="0">
                <a:effectLst/>
              </a:rPr>
              <a:t>Panduan </a:t>
            </a:r>
            <a:r>
              <a:rPr lang="en-ID" dirty="0" err="1">
                <a:effectLst/>
              </a:rPr>
              <a:t>Penyusunan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Kurikulum</a:t>
            </a:r>
            <a:r>
              <a:rPr lang="en-ID" dirty="0">
                <a:effectLst/>
              </a:rPr>
              <a:t> Universitas </a:t>
            </a:r>
            <a:r>
              <a:rPr lang="en-ID" dirty="0" err="1">
                <a:effectLst/>
              </a:rPr>
              <a:t>Syiah</a:t>
            </a:r>
            <a:r>
              <a:rPr lang="en-ID" dirty="0">
                <a:effectLst/>
              </a:rPr>
              <a:t> Kuala </a:t>
            </a:r>
            <a:r>
              <a:rPr lang="en-ID" dirty="0" err="1">
                <a:effectLst/>
              </a:rPr>
              <a:t>Tahun</a:t>
            </a:r>
            <a:r>
              <a:rPr lang="en-ID" dirty="0">
                <a:effectLst/>
              </a:rPr>
              <a:t> 2023</a:t>
            </a:r>
          </a:p>
          <a:p>
            <a:pPr lvl="1" algn="just">
              <a:spcBef>
                <a:spcPts val="1200"/>
              </a:spcBef>
            </a:pPr>
            <a:r>
              <a:rPr lang="en-ID" dirty="0" err="1">
                <a:effectLst/>
              </a:rPr>
              <a:t>Renstra</a:t>
            </a:r>
            <a:r>
              <a:rPr lang="en-ID" dirty="0">
                <a:effectLst/>
              </a:rPr>
              <a:t> Universitas </a:t>
            </a:r>
            <a:r>
              <a:rPr lang="en-ID" dirty="0" err="1">
                <a:effectLst/>
              </a:rPr>
              <a:t>Syiah</a:t>
            </a:r>
            <a:r>
              <a:rPr lang="en-ID" dirty="0">
                <a:effectLst/>
              </a:rPr>
              <a:t> Kuala</a:t>
            </a:r>
          </a:p>
          <a:p>
            <a:pPr lvl="1" algn="just">
              <a:spcBef>
                <a:spcPts val="1200"/>
              </a:spcBef>
            </a:pPr>
            <a:r>
              <a:rPr lang="en-ID" dirty="0" err="1">
                <a:effectLst/>
              </a:rPr>
              <a:t>Renstra</a:t>
            </a:r>
            <a:r>
              <a:rPr lang="en-ID" dirty="0">
                <a:effectLst/>
              </a:rPr>
              <a:t> FMIPA</a:t>
            </a:r>
          </a:p>
        </p:txBody>
      </p:sp>
    </p:spTree>
    <p:extLst>
      <p:ext uri="{BB962C8B-B14F-4D97-AF65-F5344CB8AC3E}">
        <p14:creationId xmlns:p14="http://schemas.microsoft.com/office/powerpoint/2010/main" val="677334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557000" cy="781504"/>
          </a:xfrm>
        </p:spPr>
        <p:txBody>
          <a:bodyPr/>
          <a:lstStyle/>
          <a:p>
            <a:r>
              <a:rPr lang="en-US" dirty="0" err="1"/>
              <a:t>Visi</a:t>
            </a:r>
            <a:r>
              <a:rPr lang="en-US" dirty="0"/>
              <a:t> </a:t>
            </a:r>
            <a:r>
              <a:rPr lang="en-US" dirty="0" err="1"/>
              <a:t>Keilmuan</a:t>
            </a:r>
            <a:r>
              <a:rPr lang="en-US" dirty="0"/>
              <a:t>, </a:t>
            </a:r>
            <a:r>
              <a:rPr lang="en-US" dirty="0" err="1"/>
              <a:t>Tujuan</a:t>
            </a:r>
            <a:r>
              <a:rPr lang="en-US" dirty="0"/>
              <a:t> dan Strategi 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EA580-5DF9-2155-C19C-B8BFE71CF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629" y="1291771"/>
            <a:ext cx="11557000" cy="624116"/>
          </a:xfrm>
        </p:spPr>
        <p:txBody>
          <a:bodyPr/>
          <a:lstStyle/>
          <a:p>
            <a:r>
              <a:rPr lang="en-US" dirty="0" err="1"/>
              <a:t>Visi</a:t>
            </a:r>
            <a:r>
              <a:rPr lang="en-US" dirty="0"/>
              <a:t> </a:t>
            </a:r>
            <a:r>
              <a:rPr lang="en-US" dirty="0" err="1"/>
              <a:t>Keilmuan</a:t>
            </a:r>
            <a:r>
              <a:rPr lang="en-US" dirty="0"/>
              <a:t> PS S1 </a:t>
            </a:r>
            <a:r>
              <a:rPr lang="en-US" dirty="0" err="1"/>
              <a:t>Informatika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7C76AC-0ED7-F144-BB78-B8B9C76A3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57" y="1915887"/>
            <a:ext cx="11109346" cy="332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54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557000" cy="781504"/>
          </a:xfrm>
        </p:spPr>
        <p:txBody>
          <a:bodyPr/>
          <a:lstStyle/>
          <a:p>
            <a:r>
              <a:rPr lang="en-US" dirty="0" err="1"/>
              <a:t>Visi</a:t>
            </a:r>
            <a:r>
              <a:rPr lang="en-US" dirty="0"/>
              <a:t> </a:t>
            </a:r>
            <a:r>
              <a:rPr lang="en-US" dirty="0" err="1"/>
              <a:t>Keilmuan</a:t>
            </a:r>
            <a:r>
              <a:rPr lang="en-US" dirty="0"/>
              <a:t>, </a:t>
            </a:r>
            <a:r>
              <a:rPr lang="en-US" dirty="0" err="1"/>
              <a:t>Tujuan</a:t>
            </a:r>
            <a:r>
              <a:rPr lang="en-US" dirty="0"/>
              <a:t> dan Strategi 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EA580-5DF9-2155-C19C-B8BFE71CF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629" y="1291770"/>
            <a:ext cx="11557000" cy="5123543"/>
          </a:xfrm>
        </p:spPr>
        <p:txBody>
          <a:bodyPr>
            <a:normAutofit/>
          </a:bodyPr>
          <a:lstStyle/>
          <a:p>
            <a:r>
              <a:rPr lang="en-US" dirty="0" err="1"/>
              <a:t>Misi</a:t>
            </a:r>
            <a:r>
              <a:rPr lang="en-US" dirty="0"/>
              <a:t> PS S1 </a:t>
            </a:r>
            <a:r>
              <a:rPr lang="en-US" dirty="0" err="1"/>
              <a:t>Informatika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lulusan</a:t>
            </a:r>
            <a:r>
              <a:rPr lang="en-US" dirty="0"/>
              <a:t> yang </a:t>
            </a:r>
            <a:r>
              <a:rPr lang="en-US" dirty="0" err="1"/>
              <a:t>bermoral</a:t>
            </a:r>
            <a:r>
              <a:rPr lang="en-US" dirty="0"/>
              <a:t>, </a:t>
            </a:r>
            <a:r>
              <a:rPr lang="en-US" dirty="0" err="1"/>
              <a:t>berkualitas</a:t>
            </a:r>
            <a:r>
              <a:rPr lang="en-US" dirty="0"/>
              <a:t>, </a:t>
            </a:r>
            <a:r>
              <a:rPr lang="en-US" dirty="0" err="1"/>
              <a:t>mandiri</a:t>
            </a:r>
            <a:r>
              <a:rPr lang="en-US" dirty="0"/>
              <a:t>, </a:t>
            </a:r>
            <a:r>
              <a:rPr lang="en-US" dirty="0" err="1"/>
              <a:t>kreatif</a:t>
            </a:r>
            <a:r>
              <a:rPr lang="en-US" dirty="0"/>
              <a:t>, </a:t>
            </a:r>
            <a:r>
              <a:rPr lang="en-US" dirty="0" err="1"/>
              <a:t>berjiwa</a:t>
            </a:r>
            <a:r>
              <a:rPr lang="en-US" dirty="0"/>
              <a:t> </a:t>
            </a:r>
            <a:r>
              <a:rPr lang="en-US" dirty="0" err="1"/>
              <a:t>wirausaha</a:t>
            </a:r>
            <a:r>
              <a:rPr lang="en-US" dirty="0"/>
              <a:t> dan </a:t>
            </a:r>
            <a:r>
              <a:rPr lang="en-US" dirty="0" err="1"/>
              <a:t>berintegritas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mengembangkan</a:t>
            </a:r>
            <a:r>
              <a:rPr lang="en-US" dirty="0"/>
              <a:t> dan </a:t>
            </a:r>
            <a:r>
              <a:rPr lang="en-US" dirty="0" err="1"/>
              <a:t>menerapkan</a:t>
            </a:r>
            <a:r>
              <a:rPr lang="en-US" dirty="0"/>
              <a:t> </a:t>
            </a:r>
            <a:r>
              <a:rPr lang="en-US" dirty="0" err="1"/>
              <a:t>ilmu</a:t>
            </a:r>
            <a:r>
              <a:rPr lang="en-US" dirty="0"/>
              <a:t> </a:t>
            </a:r>
            <a:r>
              <a:rPr lang="en-US" dirty="0" err="1"/>
              <a:t>pengetahuan</a:t>
            </a:r>
            <a:r>
              <a:rPr lang="en-US" dirty="0"/>
              <a:t> dan </a:t>
            </a:r>
            <a:r>
              <a:rPr lang="en-US" dirty="0" err="1"/>
              <a:t>teknologi</a:t>
            </a:r>
            <a:r>
              <a:rPr lang="en-US" dirty="0"/>
              <a:t> </a:t>
            </a:r>
            <a:r>
              <a:rPr lang="en-US" dirty="0" err="1"/>
              <a:t>informatika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Melaksanakan</a:t>
            </a:r>
            <a:r>
              <a:rPr lang="en-US" dirty="0"/>
              <a:t> </a:t>
            </a:r>
            <a:r>
              <a:rPr lang="en-US" dirty="0" err="1"/>
              <a:t>tridharma</a:t>
            </a:r>
            <a:r>
              <a:rPr lang="en-US" dirty="0"/>
              <a:t> </a:t>
            </a:r>
            <a:r>
              <a:rPr lang="en-US" dirty="0" err="1"/>
              <a:t>perguruan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berkualitas</a:t>
            </a:r>
            <a:r>
              <a:rPr lang="en-US" dirty="0"/>
              <a:t>, </a:t>
            </a:r>
            <a:r>
              <a:rPr lang="en-US" dirty="0" err="1"/>
              <a:t>bermoral</a:t>
            </a:r>
            <a:r>
              <a:rPr lang="en-US" dirty="0"/>
              <a:t>, </a:t>
            </a:r>
            <a:r>
              <a:rPr lang="en-US" dirty="0" err="1"/>
              <a:t>kondusif</a:t>
            </a:r>
            <a:r>
              <a:rPr lang="en-US" dirty="0"/>
              <a:t>, dan </a:t>
            </a:r>
            <a:r>
              <a:rPr lang="en-US" dirty="0" err="1"/>
              <a:t>dinamis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pengembangan</a:t>
            </a:r>
            <a:r>
              <a:rPr lang="en-US" dirty="0"/>
              <a:t> </a:t>
            </a:r>
            <a:r>
              <a:rPr lang="en-US" dirty="0" err="1"/>
              <a:t>ilmu</a:t>
            </a:r>
            <a:r>
              <a:rPr lang="en-US" dirty="0"/>
              <a:t> </a:t>
            </a:r>
            <a:r>
              <a:rPr lang="en-US" dirty="0" err="1"/>
              <a:t>pengetahuan</a:t>
            </a:r>
            <a:r>
              <a:rPr lang="en-US" dirty="0"/>
              <a:t> dan </a:t>
            </a:r>
            <a:r>
              <a:rPr lang="en-US" dirty="0" err="1"/>
              <a:t>teknologi</a:t>
            </a:r>
            <a:r>
              <a:rPr lang="en-US" dirty="0"/>
              <a:t> </a:t>
            </a:r>
            <a:r>
              <a:rPr lang="en-US" dirty="0" err="1"/>
              <a:t>informatika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masyarakat</a:t>
            </a:r>
            <a:r>
              <a:rPr lang="en-US" dirty="0"/>
              <a:t> dan </a:t>
            </a:r>
            <a:r>
              <a:rPr lang="en-US" dirty="0" err="1"/>
              <a:t>industri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Menjalin</a:t>
            </a:r>
            <a:r>
              <a:rPr lang="en-US" dirty="0"/>
              <a:t> </a:t>
            </a:r>
            <a:r>
              <a:rPr lang="en-US" dirty="0" err="1"/>
              <a:t>kerjasama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pihak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bidang</a:t>
            </a:r>
            <a:r>
              <a:rPr lang="en-US" dirty="0"/>
              <a:t> </a:t>
            </a:r>
            <a:r>
              <a:rPr lang="en-US" dirty="0" err="1"/>
              <a:t>ilmu</a:t>
            </a:r>
            <a:r>
              <a:rPr lang="en-US" dirty="0"/>
              <a:t> </a:t>
            </a:r>
            <a:r>
              <a:rPr lang="en-US" dirty="0" err="1"/>
              <a:t>pengetahuan</a:t>
            </a:r>
            <a:r>
              <a:rPr lang="en-US" dirty="0"/>
              <a:t> dan </a:t>
            </a:r>
            <a:r>
              <a:rPr lang="en-US" dirty="0" err="1"/>
              <a:t>teknologi</a:t>
            </a:r>
            <a:r>
              <a:rPr lang="en-US" dirty="0"/>
              <a:t> </a:t>
            </a:r>
            <a:r>
              <a:rPr lang="en-US" dirty="0" err="1"/>
              <a:t>informatika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858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557000" cy="781504"/>
          </a:xfrm>
        </p:spPr>
        <p:txBody>
          <a:bodyPr/>
          <a:lstStyle/>
          <a:p>
            <a:r>
              <a:rPr lang="en-US" dirty="0" err="1"/>
              <a:t>Visi</a:t>
            </a:r>
            <a:r>
              <a:rPr lang="en-US" dirty="0"/>
              <a:t> </a:t>
            </a:r>
            <a:r>
              <a:rPr lang="en-US" dirty="0" err="1"/>
              <a:t>Keilmuan</a:t>
            </a:r>
            <a:r>
              <a:rPr lang="en-US" dirty="0"/>
              <a:t>, </a:t>
            </a:r>
            <a:r>
              <a:rPr lang="en-US" dirty="0" err="1"/>
              <a:t>Tujuan</a:t>
            </a:r>
            <a:r>
              <a:rPr lang="en-US" dirty="0"/>
              <a:t> dan Strategi 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EA580-5DF9-2155-C19C-B8BFE71CF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629" y="1291770"/>
            <a:ext cx="11557000" cy="512354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Tujuan</a:t>
            </a:r>
            <a:r>
              <a:rPr lang="en-US" dirty="0"/>
              <a:t> PS S1 </a:t>
            </a:r>
            <a:r>
              <a:rPr lang="en-US" dirty="0" err="1"/>
              <a:t>Informatika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ID" dirty="0" err="1">
                <a:effectLst/>
                <a:latin typeface="Helvetica" pitchFamily="2" charset="0"/>
              </a:rPr>
              <a:t>Menghasilkan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lulusan</a:t>
            </a:r>
            <a:r>
              <a:rPr lang="en-ID" dirty="0">
                <a:effectLst/>
                <a:latin typeface="Helvetica" pitchFamily="2" charset="0"/>
              </a:rPr>
              <a:t> yang </a:t>
            </a:r>
            <a:r>
              <a:rPr lang="en-ID" dirty="0" err="1">
                <a:effectLst/>
                <a:latin typeface="Helvetica" pitchFamily="2" charset="0"/>
              </a:rPr>
              <a:t>berkualitas</a:t>
            </a:r>
            <a:endParaRPr lang="en-ID" dirty="0">
              <a:effectLst/>
              <a:latin typeface="Helvetica" pitchFamily="2" charset="0"/>
            </a:endParaRPr>
          </a:p>
          <a:p>
            <a:pPr lvl="1"/>
            <a:endParaRPr lang="en-ID" dirty="0">
              <a:latin typeface="Helvetica" pitchFamily="2" charset="0"/>
            </a:endParaRPr>
          </a:p>
          <a:p>
            <a:pPr lvl="1"/>
            <a:r>
              <a:rPr lang="en-ID" dirty="0" err="1">
                <a:effectLst/>
                <a:latin typeface="Helvetica" pitchFamily="2" charset="0"/>
              </a:rPr>
              <a:t>Mengembangkan</a:t>
            </a:r>
            <a:r>
              <a:rPr lang="en-ID" dirty="0">
                <a:effectLst/>
                <a:latin typeface="Helvetica" pitchFamily="2" charset="0"/>
              </a:rPr>
              <a:t> program </a:t>
            </a:r>
            <a:r>
              <a:rPr lang="en-ID" dirty="0" err="1">
                <a:effectLst/>
                <a:latin typeface="Helvetica" pitchFamily="2" charset="0"/>
              </a:rPr>
              <a:t>akademik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bidang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informatika</a:t>
            </a:r>
            <a:r>
              <a:rPr lang="en-ID" dirty="0">
                <a:effectLst/>
                <a:latin typeface="Helvetica" pitchFamily="2" charset="0"/>
              </a:rPr>
              <a:t> dan </a:t>
            </a:r>
            <a:r>
              <a:rPr lang="en-ID" dirty="0" err="1">
                <a:effectLst/>
                <a:latin typeface="Helvetica" pitchFamily="2" charset="0"/>
              </a:rPr>
              <a:t>komputer</a:t>
            </a:r>
            <a:r>
              <a:rPr lang="en-ID" dirty="0">
                <a:effectLst/>
                <a:latin typeface="Helvetica" pitchFamily="2" charset="0"/>
              </a:rPr>
              <a:t> yang </a:t>
            </a:r>
            <a:r>
              <a:rPr lang="en-ID" dirty="0" err="1">
                <a:effectLst/>
                <a:latin typeface="Helvetica" pitchFamily="2" charset="0"/>
              </a:rPr>
              <a:t>sesuai</a:t>
            </a:r>
            <a:r>
              <a:rPr lang="en-ID" dirty="0"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dengan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kebutuhan</a:t>
            </a:r>
            <a:r>
              <a:rPr lang="en-ID" dirty="0">
                <a:effectLst/>
                <a:latin typeface="Helvetica" pitchFamily="2" charset="0"/>
              </a:rPr>
              <a:t> dan </a:t>
            </a:r>
            <a:r>
              <a:rPr lang="en-ID" dirty="0" err="1">
                <a:effectLst/>
                <a:latin typeface="Helvetica" pitchFamily="2" charset="0"/>
              </a:rPr>
              <a:t>perkembangan</a:t>
            </a:r>
            <a:r>
              <a:rPr lang="en-ID" dirty="0">
                <a:effectLst/>
                <a:latin typeface="Helvetica" pitchFamily="2" charset="0"/>
              </a:rPr>
              <a:t> zaman.</a:t>
            </a:r>
          </a:p>
          <a:p>
            <a:pPr lvl="1"/>
            <a:endParaRPr lang="en-ID" dirty="0">
              <a:effectLst/>
              <a:latin typeface="Helvetica" pitchFamily="2" charset="0"/>
            </a:endParaRPr>
          </a:p>
          <a:p>
            <a:pPr lvl="1"/>
            <a:r>
              <a:rPr lang="en-ID" dirty="0" err="1">
                <a:effectLst/>
                <a:latin typeface="Helvetica" pitchFamily="2" charset="0"/>
              </a:rPr>
              <a:t>Meningkatkan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kualitas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pendidikan</a:t>
            </a:r>
            <a:r>
              <a:rPr lang="en-ID" dirty="0">
                <a:effectLst/>
                <a:latin typeface="Helvetica" pitchFamily="2" charset="0"/>
              </a:rPr>
              <a:t>, </a:t>
            </a:r>
            <a:r>
              <a:rPr lang="en-ID" dirty="0" err="1">
                <a:effectLst/>
                <a:latin typeface="Helvetica" pitchFamily="2" charset="0"/>
              </a:rPr>
              <a:t>penelitian</a:t>
            </a:r>
            <a:r>
              <a:rPr lang="en-ID" dirty="0">
                <a:effectLst/>
                <a:latin typeface="Helvetica" pitchFamily="2" charset="0"/>
              </a:rPr>
              <a:t>, dan </a:t>
            </a:r>
            <a:r>
              <a:rPr lang="en-ID" dirty="0" err="1">
                <a:effectLst/>
                <a:latin typeface="Helvetica" pitchFamily="2" charset="0"/>
              </a:rPr>
              <a:t>pengabdian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dalam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bidang</a:t>
            </a:r>
            <a:r>
              <a:rPr lang="en-ID" dirty="0"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informatika</a:t>
            </a:r>
            <a:r>
              <a:rPr lang="en-ID" dirty="0">
                <a:effectLst/>
                <a:latin typeface="Helvetica" pitchFamily="2" charset="0"/>
              </a:rPr>
              <a:t> dan </a:t>
            </a:r>
            <a:r>
              <a:rPr lang="en-ID" dirty="0" err="1">
                <a:effectLst/>
                <a:latin typeface="Helvetica" pitchFamily="2" charset="0"/>
              </a:rPr>
              <a:t>komputer</a:t>
            </a:r>
            <a:r>
              <a:rPr lang="en-ID" dirty="0">
                <a:effectLst/>
                <a:latin typeface="Helvetica" pitchFamily="2" charset="0"/>
              </a:rPr>
              <a:t>.</a:t>
            </a:r>
          </a:p>
          <a:p>
            <a:pPr lvl="1"/>
            <a:endParaRPr lang="en-ID" dirty="0">
              <a:latin typeface="Helvetica" pitchFamily="2" charset="0"/>
            </a:endParaRPr>
          </a:p>
          <a:p>
            <a:pPr lvl="1"/>
            <a:r>
              <a:rPr lang="en-ID" dirty="0" err="1">
                <a:effectLst/>
                <a:latin typeface="Helvetica" pitchFamily="2" charset="0"/>
              </a:rPr>
              <a:t>Mengembangkan</a:t>
            </a:r>
            <a:r>
              <a:rPr lang="en-ID" dirty="0">
                <a:effectLst/>
                <a:latin typeface="Helvetica" pitchFamily="2" charset="0"/>
              </a:rPr>
              <a:t> dan </a:t>
            </a:r>
            <a:r>
              <a:rPr lang="en-ID" dirty="0" err="1">
                <a:effectLst/>
                <a:latin typeface="Helvetica" pitchFamily="2" charset="0"/>
              </a:rPr>
              <a:t>meningkatkan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kerjasama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berkelanjutan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dalam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bidang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informatika</a:t>
            </a:r>
            <a:r>
              <a:rPr lang="en-ID" dirty="0">
                <a:effectLst/>
                <a:latin typeface="Helvetica" pitchFamily="2" charset="0"/>
              </a:rPr>
              <a:t> dan </a:t>
            </a:r>
            <a:r>
              <a:rPr lang="en-ID" dirty="0" err="1">
                <a:effectLst/>
                <a:latin typeface="Helvetica" pitchFamily="2" charset="0"/>
              </a:rPr>
              <a:t>komputer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dengan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lembaga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pemerintah</a:t>
            </a:r>
            <a:r>
              <a:rPr lang="en-ID" dirty="0">
                <a:effectLst/>
                <a:latin typeface="Helvetica" pitchFamily="2" charset="0"/>
              </a:rPr>
              <a:t>/</a:t>
            </a:r>
            <a:r>
              <a:rPr lang="en-ID" dirty="0" err="1">
                <a:effectLst/>
                <a:latin typeface="Helvetica" pitchFamily="2" charset="0"/>
              </a:rPr>
              <a:t>swasta</a:t>
            </a:r>
            <a:r>
              <a:rPr lang="en-ID" dirty="0">
                <a:effectLst/>
                <a:latin typeface="Helvetica" pitchFamily="2" charset="0"/>
              </a:rPr>
              <a:t> dan </a:t>
            </a:r>
            <a:r>
              <a:rPr lang="en-ID" dirty="0" err="1">
                <a:effectLst/>
                <a:latin typeface="Helvetica" pitchFamily="2" charset="0"/>
              </a:rPr>
              <a:t>industri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baik</a:t>
            </a:r>
            <a:r>
              <a:rPr lang="en-ID" dirty="0">
                <a:effectLst/>
                <a:latin typeface="Helvetica" pitchFamily="2" charset="0"/>
              </a:rPr>
              <a:t> di </a:t>
            </a:r>
            <a:r>
              <a:rPr lang="en-ID" dirty="0" err="1">
                <a:effectLst/>
                <a:latin typeface="Helvetica" pitchFamily="2" charset="0"/>
              </a:rPr>
              <a:t>dalam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maupun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luar</a:t>
            </a:r>
            <a:r>
              <a:rPr lang="en-ID" dirty="0">
                <a:effectLst/>
                <a:latin typeface="Helvetica" pitchFamily="2" charset="0"/>
              </a:rPr>
              <a:t> negeri, </a:t>
            </a:r>
            <a:r>
              <a:rPr lang="en-ID" dirty="0" err="1">
                <a:effectLst/>
                <a:latin typeface="Helvetica" pitchFamily="2" charset="0"/>
              </a:rPr>
              <a:t>untuk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mendukung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peningkatan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kinerja</a:t>
            </a:r>
            <a:r>
              <a:rPr lang="en-ID" dirty="0">
                <a:effectLst/>
                <a:latin typeface="Helvetica" pitchFamily="2" charset="0"/>
              </a:rPr>
              <a:t> program </a:t>
            </a:r>
            <a:r>
              <a:rPr lang="en-ID" dirty="0" err="1">
                <a:effectLst/>
                <a:latin typeface="Helvetica" pitchFamily="2" charset="0"/>
              </a:rPr>
              <a:t>studi</a:t>
            </a:r>
            <a:r>
              <a:rPr lang="en-ID" dirty="0">
                <a:effectLst/>
                <a:latin typeface="Helvetica" pitchFamily="2" charset="0"/>
              </a:rPr>
              <a:t>.</a:t>
            </a:r>
          </a:p>
          <a:p>
            <a:pPr lvl="1"/>
            <a:endParaRPr lang="en-ID" dirty="0">
              <a:effectLst/>
              <a:latin typeface="Helvetica" pitchFamily="2" charset="0"/>
            </a:endParaRPr>
          </a:p>
          <a:p>
            <a:pPr lvl="1"/>
            <a:endParaRPr lang="en-ID" dirty="0">
              <a:effectLst/>
              <a:latin typeface="Helvetica" pitchFamily="2" charset="0"/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828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557000" cy="781504"/>
          </a:xfrm>
        </p:spPr>
        <p:txBody>
          <a:bodyPr/>
          <a:lstStyle/>
          <a:p>
            <a:r>
              <a:rPr lang="en-US" dirty="0" err="1"/>
              <a:t>Visi</a:t>
            </a:r>
            <a:r>
              <a:rPr lang="en-US" dirty="0"/>
              <a:t> </a:t>
            </a:r>
            <a:r>
              <a:rPr lang="en-US" dirty="0" err="1"/>
              <a:t>Keilmuan</a:t>
            </a:r>
            <a:r>
              <a:rPr lang="en-US" dirty="0"/>
              <a:t>, </a:t>
            </a:r>
            <a:r>
              <a:rPr lang="en-US" dirty="0" err="1"/>
              <a:t>Tujuan</a:t>
            </a:r>
            <a:r>
              <a:rPr lang="en-US" dirty="0"/>
              <a:t> dan Strategi 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EA580-5DF9-2155-C19C-B8BFE71CF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629" y="1291770"/>
            <a:ext cx="11557000" cy="5123543"/>
          </a:xfrm>
        </p:spPr>
        <p:txBody>
          <a:bodyPr>
            <a:normAutofit/>
          </a:bodyPr>
          <a:lstStyle/>
          <a:p>
            <a:r>
              <a:rPr lang="en-US" dirty="0"/>
              <a:t>Strategi PS S1 </a:t>
            </a:r>
            <a:r>
              <a:rPr lang="en-US" dirty="0" err="1"/>
              <a:t>Informatika</a:t>
            </a:r>
            <a:endParaRPr lang="en-US" dirty="0"/>
          </a:p>
          <a:p>
            <a:pPr lvl="1"/>
            <a:r>
              <a:rPr lang="en-ID" dirty="0" err="1">
                <a:effectLst/>
                <a:latin typeface="Helvetica" pitchFamily="2" charset="0"/>
              </a:rPr>
              <a:t>Menghasilkan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lulusan</a:t>
            </a:r>
            <a:r>
              <a:rPr lang="en-ID" dirty="0">
                <a:effectLst/>
                <a:latin typeface="Helvetica" pitchFamily="2" charset="0"/>
              </a:rPr>
              <a:t> yang </a:t>
            </a:r>
            <a:r>
              <a:rPr lang="en-ID" dirty="0" err="1">
                <a:effectLst/>
                <a:latin typeface="Helvetica" pitchFamily="2" charset="0"/>
              </a:rPr>
              <a:t>berkualitas</a:t>
            </a:r>
            <a:endParaRPr lang="en-ID" dirty="0">
              <a:latin typeface="Helvetica" pitchFamily="2" charset="0"/>
            </a:endParaRPr>
          </a:p>
          <a:p>
            <a:pPr lvl="2"/>
            <a:r>
              <a:rPr lang="en-ID" dirty="0" err="1">
                <a:effectLst/>
                <a:latin typeface="Helvetica" pitchFamily="2" charset="0"/>
              </a:rPr>
              <a:t>Pengembangan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kurikulum</a:t>
            </a:r>
            <a:r>
              <a:rPr lang="en-ID" dirty="0">
                <a:effectLst/>
                <a:latin typeface="Helvetica" pitchFamily="2" charset="0"/>
              </a:rPr>
              <a:t> yang </a:t>
            </a:r>
            <a:r>
              <a:rPr lang="en-ID" dirty="0" err="1">
                <a:effectLst/>
                <a:latin typeface="Helvetica" pitchFamily="2" charset="0"/>
              </a:rPr>
              <a:t>responsif</a:t>
            </a:r>
            <a:r>
              <a:rPr lang="en-ID" dirty="0">
                <a:effectLst/>
                <a:latin typeface="Helvetica" pitchFamily="2" charset="0"/>
              </a:rPr>
              <a:t> dan </a:t>
            </a:r>
            <a:r>
              <a:rPr lang="en-ID" dirty="0" err="1">
                <a:effectLst/>
                <a:latin typeface="Helvetica" pitchFamily="2" charset="0"/>
              </a:rPr>
              <a:t>adaptif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terhadap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perkembangan</a:t>
            </a:r>
            <a:r>
              <a:rPr lang="en-ID" dirty="0">
                <a:latin typeface="Helvetica" pitchFamily="2" charset="0"/>
              </a:rPr>
              <a:t> </a:t>
            </a:r>
            <a:r>
              <a:rPr lang="en-ID" dirty="0">
                <a:effectLst/>
                <a:latin typeface="Helvetica" pitchFamily="2" charset="0"/>
              </a:rPr>
              <a:t>zaman </a:t>
            </a:r>
            <a:r>
              <a:rPr lang="en-ID" dirty="0" err="1">
                <a:effectLst/>
                <a:latin typeface="Helvetica" pitchFamily="2" charset="0"/>
              </a:rPr>
              <a:t>tanpa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mengesampingkan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pendidikan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karakter</a:t>
            </a:r>
            <a:r>
              <a:rPr lang="en-ID" dirty="0">
                <a:effectLst/>
                <a:latin typeface="Helvetica" pitchFamily="2" charset="0"/>
              </a:rPr>
              <a:t> dan agama.</a:t>
            </a:r>
          </a:p>
          <a:p>
            <a:pPr lvl="2"/>
            <a:r>
              <a:rPr lang="en-ID" dirty="0" err="1">
                <a:effectLst/>
                <a:latin typeface="Helvetica" pitchFamily="2" charset="0"/>
              </a:rPr>
              <a:t>Melakukan</a:t>
            </a:r>
            <a:r>
              <a:rPr lang="en-ID" dirty="0">
                <a:effectLst/>
                <a:latin typeface="Helvetica" pitchFamily="2" charset="0"/>
              </a:rPr>
              <a:t> program </a:t>
            </a:r>
            <a:r>
              <a:rPr lang="en-ID" dirty="0" err="1">
                <a:effectLst/>
                <a:latin typeface="Helvetica" pitchFamily="2" charset="0"/>
              </a:rPr>
              <a:t>pengembangan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diri</a:t>
            </a:r>
            <a:r>
              <a:rPr lang="en-ID" dirty="0">
                <a:effectLst/>
                <a:latin typeface="Helvetica" pitchFamily="2" charset="0"/>
              </a:rPr>
              <a:t> dan </a:t>
            </a:r>
            <a:r>
              <a:rPr lang="en-ID" dirty="0" err="1">
                <a:effectLst/>
                <a:latin typeface="Helvetica" pitchFamily="2" charset="0"/>
              </a:rPr>
              <a:t>profesionalisme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mahasiswa</a:t>
            </a:r>
            <a:r>
              <a:rPr lang="en-ID" dirty="0"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melalui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perkuliahan</a:t>
            </a:r>
            <a:r>
              <a:rPr lang="en-ID" dirty="0">
                <a:effectLst/>
                <a:latin typeface="Helvetica" pitchFamily="2" charset="0"/>
              </a:rPr>
              <a:t>, </a:t>
            </a:r>
            <a:r>
              <a:rPr lang="en-ID" dirty="0" err="1">
                <a:effectLst/>
                <a:latin typeface="Helvetica" pitchFamily="2" charset="0"/>
              </a:rPr>
              <a:t>ekstrakurikuler</a:t>
            </a:r>
            <a:r>
              <a:rPr lang="en-ID" dirty="0">
                <a:effectLst/>
                <a:latin typeface="Helvetica" pitchFamily="2" charset="0"/>
              </a:rPr>
              <a:t>, workshop, dan </a:t>
            </a:r>
            <a:r>
              <a:rPr lang="en-ID" dirty="0" err="1">
                <a:effectLst/>
                <a:latin typeface="Helvetica" pitchFamily="2" charset="0"/>
              </a:rPr>
              <a:t>pelatihan</a:t>
            </a:r>
            <a:r>
              <a:rPr lang="en-ID" dirty="0">
                <a:effectLst/>
                <a:latin typeface="Helvetica" pitchFamily="2" charset="0"/>
              </a:rPr>
              <a:t> yang </a:t>
            </a:r>
            <a:r>
              <a:rPr lang="en-ID" dirty="0" err="1">
                <a:effectLst/>
                <a:latin typeface="Helvetica" pitchFamily="2" charset="0"/>
              </a:rPr>
              <a:t>dirancang</a:t>
            </a:r>
            <a:r>
              <a:rPr lang="en-ID" dirty="0"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untuk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meningkatkan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keahlian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profesional</a:t>
            </a:r>
            <a:r>
              <a:rPr lang="en-ID" dirty="0">
                <a:effectLst/>
                <a:latin typeface="Helvetica" pitchFamily="2" charset="0"/>
              </a:rPr>
              <a:t>, </a:t>
            </a:r>
            <a:r>
              <a:rPr lang="en-ID" dirty="0" err="1">
                <a:effectLst/>
                <a:latin typeface="Helvetica" pitchFamily="2" charset="0"/>
              </a:rPr>
              <a:t>kreativitas</a:t>
            </a:r>
            <a:r>
              <a:rPr lang="en-ID" dirty="0">
                <a:effectLst/>
                <a:latin typeface="Helvetica" pitchFamily="2" charset="0"/>
              </a:rPr>
              <a:t>, </a:t>
            </a:r>
            <a:r>
              <a:rPr lang="en-ID" dirty="0" err="1">
                <a:effectLst/>
                <a:latin typeface="Helvetica" pitchFamily="2" charset="0"/>
              </a:rPr>
              <a:t>inovasi</a:t>
            </a:r>
            <a:r>
              <a:rPr lang="en-ID" dirty="0">
                <a:effectLst/>
                <a:latin typeface="Helvetica" pitchFamily="2" charset="0"/>
              </a:rPr>
              <a:t>, dan </a:t>
            </a:r>
            <a:r>
              <a:rPr lang="en-ID" dirty="0" err="1">
                <a:effectLst/>
                <a:latin typeface="Helvetica" pitchFamily="2" charset="0"/>
              </a:rPr>
              <a:t>kewirausahaan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mahasiswa</a:t>
            </a:r>
            <a:r>
              <a:rPr lang="en-ID" dirty="0">
                <a:effectLst/>
                <a:latin typeface="Helvetica" pitchFamily="2" charset="0"/>
              </a:rPr>
              <a:t>.</a:t>
            </a:r>
          </a:p>
          <a:p>
            <a:pPr lvl="1"/>
            <a:r>
              <a:rPr lang="en-ID" dirty="0" err="1">
                <a:effectLst/>
                <a:latin typeface="Helvetica" pitchFamily="2" charset="0"/>
              </a:rPr>
              <a:t>Mengembangkan</a:t>
            </a:r>
            <a:r>
              <a:rPr lang="en-ID" dirty="0">
                <a:effectLst/>
                <a:latin typeface="Helvetica" pitchFamily="2" charset="0"/>
              </a:rPr>
              <a:t> Program </a:t>
            </a:r>
            <a:r>
              <a:rPr lang="en-ID" dirty="0" err="1">
                <a:effectLst/>
                <a:latin typeface="Helvetica" pitchFamily="2" charset="0"/>
              </a:rPr>
              <a:t>Akademik</a:t>
            </a:r>
            <a:r>
              <a:rPr lang="en-ID" dirty="0">
                <a:effectLst/>
                <a:latin typeface="Helvetica" pitchFamily="2" charset="0"/>
              </a:rPr>
              <a:t> yang </a:t>
            </a:r>
            <a:r>
              <a:rPr lang="en-ID" dirty="0" err="1">
                <a:effectLst/>
                <a:latin typeface="Helvetica" pitchFamily="2" charset="0"/>
              </a:rPr>
              <a:t>Relevan</a:t>
            </a:r>
            <a:endParaRPr lang="en-ID" dirty="0">
              <a:effectLst/>
              <a:latin typeface="Helvetica" pitchFamily="2" charset="0"/>
            </a:endParaRPr>
          </a:p>
          <a:p>
            <a:pPr lvl="2"/>
            <a:r>
              <a:rPr lang="en-ID" dirty="0" err="1">
                <a:effectLst/>
                <a:latin typeface="Helvetica" pitchFamily="2" charset="0"/>
              </a:rPr>
              <a:t>Berkolaborasi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dengan</a:t>
            </a:r>
            <a:r>
              <a:rPr lang="en-ID" dirty="0">
                <a:effectLst/>
                <a:latin typeface="Helvetica" pitchFamily="2" charset="0"/>
              </a:rPr>
              <a:t> stakeholder (</a:t>
            </a:r>
            <a:r>
              <a:rPr lang="en-ID" dirty="0" err="1">
                <a:effectLst/>
                <a:latin typeface="Helvetica" pitchFamily="2" charset="0"/>
              </a:rPr>
              <a:t>pemerintahan</a:t>
            </a:r>
            <a:r>
              <a:rPr lang="en-ID" dirty="0">
                <a:effectLst/>
                <a:latin typeface="Helvetica" pitchFamily="2" charset="0"/>
              </a:rPr>
              <a:t>/</a:t>
            </a:r>
            <a:r>
              <a:rPr lang="en-ID" dirty="0" err="1">
                <a:effectLst/>
                <a:latin typeface="Helvetica" pitchFamily="2" charset="0"/>
              </a:rPr>
              <a:t>swasta</a:t>
            </a:r>
            <a:r>
              <a:rPr lang="en-ID" dirty="0">
                <a:effectLst/>
                <a:latin typeface="Helvetica" pitchFamily="2" charset="0"/>
              </a:rPr>
              <a:t> dan </a:t>
            </a:r>
            <a:r>
              <a:rPr lang="en-ID" dirty="0" err="1">
                <a:effectLst/>
                <a:latin typeface="Helvetica" pitchFamily="2" charset="0"/>
              </a:rPr>
              <a:t>industri</a:t>
            </a:r>
            <a:r>
              <a:rPr lang="en-ID" dirty="0">
                <a:effectLst/>
                <a:latin typeface="Helvetica" pitchFamily="2" charset="0"/>
              </a:rPr>
              <a:t>) </a:t>
            </a:r>
            <a:r>
              <a:rPr lang="en-ID" dirty="0" err="1">
                <a:effectLst/>
                <a:latin typeface="Helvetica" pitchFamily="2" charset="0"/>
              </a:rPr>
              <a:t>dalam</a:t>
            </a:r>
            <a:r>
              <a:rPr lang="en-ID" dirty="0"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pengembangan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materi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pembelajaran</a:t>
            </a:r>
            <a:r>
              <a:rPr lang="en-ID" dirty="0">
                <a:effectLst/>
                <a:latin typeface="Helvetica" pitchFamily="2" charset="0"/>
              </a:rPr>
              <a:t>, </a:t>
            </a:r>
            <a:r>
              <a:rPr lang="en-ID" dirty="0" err="1">
                <a:effectLst/>
                <a:latin typeface="Helvetica" pitchFamily="2" charset="0"/>
              </a:rPr>
              <a:t>praktikum</a:t>
            </a:r>
            <a:r>
              <a:rPr lang="en-ID" dirty="0">
                <a:effectLst/>
                <a:latin typeface="Helvetica" pitchFamily="2" charset="0"/>
              </a:rPr>
              <a:t>, </a:t>
            </a:r>
            <a:r>
              <a:rPr lang="en-ID" dirty="0" err="1">
                <a:effectLst/>
                <a:latin typeface="Helvetica" pitchFamily="2" charset="0"/>
              </a:rPr>
              <a:t>penelitian</a:t>
            </a:r>
            <a:r>
              <a:rPr lang="en-ID" dirty="0">
                <a:effectLst/>
                <a:latin typeface="Helvetica" pitchFamily="2" charset="0"/>
              </a:rPr>
              <a:t>, dan </a:t>
            </a:r>
            <a:r>
              <a:rPr lang="en-ID" dirty="0" err="1">
                <a:effectLst/>
                <a:latin typeface="Helvetica" pitchFamily="2" charset="0"/>
              </a:rPr>
              <a:t>kewirausahaan</a:t>
            </a:r>
            <a:r>
              <a:rPr lang="en-ID" dirty="0">
                <a:effectLst/>
                <a:latin typeface="Helvetica" pitchFamily="2" charset="0"/>
              </a:rPr>
              <a:t>.</a:t>
            </a:r>
          </a:p>
          <a:p>
            <a:pPr lvl="2"/>
            <a:r>
              <a:rPr lang="en-ID" dirty="0" err="1">
                <a:effectLst/>
                <a:latin typeface="Helvetica" pitchFamily="2" charset="0"/>
              </a:rPr>
              <a:t>Meningkatkan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fasilitas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pembelajaran</a:t>
            </a:r>
            <a:r>
              <a:rPr lang="en-ID" dirty="0">
                <a:effectLst/>
                <a:latin typeface="Helvetica" pitchFamily="2" charset="0"/>
              </a:rPr>
              <a:t>, </a:t>
            </a:r>
            <a:r>
              <a:rPr lang="en-ID" dirty="0" err="1">
                <a:effectLst/>
                <a:latin typeface="Helvetica" pitchFamily="2" charset="0"/>
              </a:rPr>
              <a:t>praktikum</a:t>
            </a:r>
            <a:r>
              <a:rPr lang="en-ID" dirty="0">
                <a:effectLst/>
                <a:latin typeface="Helvetica" pitchFamily="2" charset="0"/>
              </a:rPr>
              <a:t> dan </a:t>
            </a:r>
            <a:r>
              <a:rPr lang="en-ID" dirty="0" err="1">
                <a:effectLst/>
                <a:latin typeface="Helvetica" pitchFamily="2" charset="0"/>
              </a:rPr>
              <a:t>penelitian</a:t>
            </a:r>
            <a:r>
              <a:rPr lang="en-ID" dirty="0">
                <a:effectLst/>
                <a:latin typeface="Helvetica" pitchFamily="2" charset="0"/>
              </a:rPr>
              <a:t>.</a:t>
            </a:r>
          </a:p>
          <a:p>
            <a:pPr lvl="1"/>
            <a:r>
              <a:rPr lang="en-ID" dirty="0" err="1">
                <a:effectLst/>
                <a:latin typeface="Helvetica" pitchFamily="2" charset="0"/>
              </a:rPr>
              <a:t>Mengembangkan</a:t>
            </a:r>
            <a:r>
              <a:rPr lang="en-ID" dirty="0">
                <a:effectLst/>
                <a:latin typeface="Helvetica" pitchFamily="2" charset="0"/>
              </a:rPr>
              <a:t> dan </a:t>
            </a:r>
            <a:r>
              <a:rPr lang="en-ID" dirty="0" err="1">
                <a:effectLst/>
                <a:latin typeface="Helvetica" pitchFamily="2" charset="0"/>
              </a:rPr>
              <a:t>Meningkatkan</a:t>
            </a:r>
            <a:r>
              <a:rPr lang="en-ID" dirty="0">
                <a:effectLst/>
                <a:latin typeface="Helvetica" pitchFamily="2" charset="0"/>
              </a:rPr>
              <a:t> Kerjasama</a:t>
            </a:r>
          </a:p>
          <a:p>
            <a:pPr lvl="2"/>
            <a:r>
              <a:rPr lang="en-ID" dirty="0" err="1">
                <a:effectLst/>
                <a:latin typeface="Helvetica" pitchFamily="2" charset="0"/>
              </a:rPr>
              <a:t>Membangun</a:t>
            </a:r>
            <a:r>
              <a:rPr lang="en-ID" dirty="0">
                <a:effectLst/>
                <a:latin typeface="Helvetica" pitchFamily="2" charset="0"/>
              </a:rPr>
              <a:t> dan </a:t>
            </a:r>
            <a:r>
              <a:rPr lang="en-ID" dirty="0" err="1">
                <a:effectLst/>
                <a:latin typeface="Helvetica" pitchFamily="2" charset="0"/>
              </a:rPr>
              <a:t>memperluas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jaringan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kerjasama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dengan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lembaga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pemerintah,swasta</a:t>
            </a:r>
            <a:r>
              <a:rPr lang="en-ID" dirty="0">
                <a:effectLst/>
                <a:latin typeface="Helvetica" pitchFamily="2" charset="0"/>
              </a:rPr>
              <a:t>, dan </a:t>
            </a:r>
            <a:r>
              <a:rPr lang="en-ID" dirty="0" err="1">
                <a:effectLst/>
                <a:latin typeface="Helvetica" pitchFamily="2" charset="0"/>
              </a:rPr>
              <a:t>industri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baik</a:t>
            </a:r>
            <a:r>
              <a:rPr lang="en-ID" dirty="0">
                <a:effectLst/>
                <a:latin typeface="Helvetica" pitchFamily="2" charset="0"/>
              </a:rPr>
              <a:t> di </a:t>
            </a:r>
            <a:r>
              <a:rPr lang="en-ID" dirty="0" err="1">
                <a:effectLst/>
                <a:latin typeface="Helvetica" pitchFamily="2" charset="0"/>
              </a:rPr>
              <a:t>dalam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maupun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luar</a:t>
            </a:r>
            <a:r>
              <a:rPr lang="en-ID" dirty="0">
                <a:effectLst/>
                <a:latin typeface="Helvetica" pitchFamily="2" charset="0"/>
              </a:rPr>
              <a:t> negeri </a:t>
            </a:r>
            <a:r>
              <a:rPr lang="en-ID" dirty="0" err="1">
                <a:effectLst/>
                <a:latin typeface="Helvetica" pitchFamily="2" charset="0"/>
              </a:rPr>
              <a:t>dalam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bidang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riset</a:t>
            </a:r>
            <a:r>
              <a:rPr lang="en-ID" dirty="0">
                <a:effectLst/>
                <a:latin typeface="Helvetica" pitchFamily="2" charset="0"/>
              </a:rPr>
              <a:t>, </a:t>
            </a:r>
            <a:r>
              <a:rPr lang="en-ID" dirty="0" err="1">
                <a:effectLst/>
                <a:latin typeface="Helvetica" pitchFamily="2" charset="0"/>
              </a:rPr>
              <a:t>pengembangan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kurikulum</a:t>
            </a:r>
            <a:r>
              <a:rPr lang="en-ID" dirty="0">
                <a:effectLst/>
                <a:latin typeface="Helvetica" pitchFamily="2" charset="0"/>
              </a:rPr>
              <a:t>, </a:t>
            </a:r>
            <a:r>
              <a:rPr lang="en-ID" dirty="0" err="1">
                <a:effectLst/>
                <a:latin typeface="Helvetica" pitchFamily="2" charset="0"/>
              </a:rPr>
              <a:t>pertukaran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akademik</a:t>
            </a:r>
            <a:r>
              <a:rPr lang="en-ID" dirty="0">
                <a:effectLst/>
                <a:latin typeface="Helvetica" pitchFamily="2" charset="0"/>
              </a:rPr>
              <a:t>, dan </a:t>
            </a:r>
            <a:r>
              <a:rPr lang="en-ID" dirty="0" err="1">
                <a:effectLst/>
                <a:latin typeface="Helvetica" pitchFamily="2" charset="0"/>
              </a:rPr>
              <a:t>kesempatan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magang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untuk</a:t>
            </a:r>
            <a:r>
              <a:rPr lang="en-ID" dirty="0">
                <a:effectLst/>
                <a:latin typeface="Helvetica" pitchFamily="2" charset="0"/>
              </a:rPr>
              <a:t> </a:t>
            </a:r>
            <a:r>
              <a:rPr lang="en-ID" dirty="0" err="1">
                <a:effectLst/>
                <a:latin typeface="Helvetica" pitchFamily="2" charset="0"/>
              </a:rPr>
              <a:t>mahasiswa</a:t>
            </a:r>
            <a:r>
              <a:rPr lang="en-ID" dirty="0">
                <a:effectLst/>
                <a:latin typeface="Helvetica" pitchFamily="2" charset="0"/>
              </a:rPr>
              <a:t>.</a:t>
            </a:r>
          </a:p>
          <a:p>
            <a:pPr lvl="2"/>
            <a:endParaRPr lang="en-ID" dirty="0">
              <a:effectLst/>
              <a:latin typeface="Helvetica" pitchFamily="2" charset="0"/>
            </a:endParaRPr>
          </a:p>
          <a:p>
            <a:pPr lvl="1"/>
            <a:endParaRPr lang="en-ID" dirty="0">
              <a:effectLst/>
              <a:latin typeface="Helvetica" pitchFamily="2" charset="0"/>
            </a:endParaRPr>
          </a:p>
          <a:p>
            <a:pPr lvl="2"/>
            <a:endParaRPr lang="en-ID" dirty="0">
              <a:effectLst/>
              <a:latin typeface="Helvetica" pitchFamily="2" charset="0"/>
            </a:endParaRPr>
          </a:p>
          <a:p>
            <a:pPr lvl="2"/>
            <a:endParaRPr lang="en-ID" dirty="0">
              <a:effectLst/>
              <a:latin typeface="Helvetica" pitchFamily="2" charset="0"/>
            </a:endParaRPr>
          </a:p>
          <a:p>
            <a:pPr lvl="1"/>
            <a:endParaRPr lang="en-ID" dirty="0">
              <a:effectLst/>
              <a:latin typeface="Helvetica" pitchFamily="2" charset="0"/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426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484428" cy="781504"/>
          </a:xfrm>
        </p:spPr>
        <p:txBody>
          <a:bodyPr>
            <a:normAutofit/>
          </a:bodyPr>
          <a:lstStyle/>
          <a:p>
            <a:r>
              <a:rPr lang="en-US" dirty="0" err="1"/>
              <a:t>Profil</a:t>
            </a:r>
            <a:r>
              <a:rPr lang="en-US" dirty="0"/>
              <a:t> dan </a:t>
            </a:r>
            <a:r>
              <a:rPr lang="en-US" dirty="0" err="1"/>
              <a:t>Rumusan</a:t>
            </a:r>
            <a:r>
              <a:rPr lang="en-US" dirty="0"/>
              <a:t> </a:t>
            </a: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Kompetensi</a:t>
            </a:r>
            <a:r>
              <a:rPr lang="en-US" dirty="0"/>
              <a:t> </a:t>
            </a:r>
            <a:r>
              <a:rPr lang="en-US" dirty="0" err="1"/>
              <a:t>Lulusan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6D83AD2-3880-1DEE-0188-1F46277D31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6522821"/>
              </p:ext>
            </p:extLst>
          </p:nvPr>
        </p:nvGraphicFramePr>
        <p:xfrm>
          <a:off x="838200" y="1698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4153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484428" cy="781504"/>
          </a:xfrm>
        </p:spPr>
        <p:txBody>
          <a:bodyPr>
            <a:normAutofit/>
          </a:bodyPr>
          <a:lstStyle/>
          <a:p>
            <a:r>
              <a:rPr lang="en-US" dirty="0" err="1"/>
              <a:t>Profil</a:t>
            </a:r>
            <a:r>
              <a:rPr lang="en-US" dirty="0"/>
              <a:t> dan </a:t>
            </a:r>
            <a:r>
              <a:rPr lang="en-US" dirty="0" err="1"/>
              <a:t>Rumusan</a:t>
            </a:r>
            <a:r>
              <a:rPr lang="en-US" dirty="0"/>
              <a:t> </a:t>
            </a: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Kompetensi</a:t>
            </a:r>
            <a:r>
              <a:rPr lang="en-US" dirty="0"/>
              <a:t> </a:t>
            </a:r>
            <a:r>
              <a:rPr lang="en-US" dirty="0" err="1"/>
              <a:t>Lulusan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EA580-5DF9-2155-C19C-B8BFE71CF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629" y="1291770"/>
            <a:ext cx="11484428" cy="5050973"/>
          </a:xfrm>
        </p:spPr>
        <p:txBody>
          <a:bodyPr/>
          <a:lstStyle/>
          <a:p>
            <a:r>
              <a:rPr lang="en-US" dirty="0" err="1"/>
              <a:t>Profil</a:t>
            </a:r>
            <a:r>
              <a:rPr lang="en-US" dirty="0"/>
              <a:t> </a:t>
            </a:r>
            <a:r>
              <a:rPr lang="en-US" dirty="0" err="1"/>
              <a:t>Lulusan</a:t>
            </a:r>
            <a:r>
              <a:rPr lang="en-US" dirty="0"/>
              <a:t> (PL)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5 PL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990091-AF31-4B64-E80B-15E6887E5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0" y="1872071"/>
            <a:ext cx="10561120" cy="430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695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484428" cy="781504"/>
          </a:xfrm>
        </p:spPr>
        <p:txBody>
          <a:bodyPr>
            <a:normAutofit/>
          </a:bodyPr>
          <a:lstStyle/>
          <a:p>
            <a:r>
              <a:rPr lang="en-US" dirty="0" err="1"/>
              <a:t>Profil</a:t>
            </a:r>
            <a:r>
              <a:rPr lang="en-US" dirty="0"/>
              <a:t> dan </a:t>
            </a:r>
            <a:r>
              <a:rPr lang="en-US" dirty="0" err="1"/>
              <a:t>Rumusan</a:t>
            </a:r>
            <a:r>
              <a:rPr lang="en-US" dirty="0"/>
              <a:t> </a:t>
            </a: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Kompetensi</a:t>
            </a:r>
            <a:r>
              <a:rPr lang="en-US" dirty="0"/>
              <a:t> </a:t>
            </a:r>
            <a:r>
              <a:rPr lang="en-US" dirty="0" err="1"/>
              <a:t>Lulusan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EA580-5DF9-2155-C19C-B8BFE71CF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629" y="1291770"/>
            <a:ext cx="11484428" cy="5050973"/>
          </a:xfrm>
        </p:spPr>
        <p:txBody>
          <a:bodyPr/>
          <a:lstStyle/>
          <a:p>
            <a:r>
              <a:rPr lang="en-US" dirty="0" err="1"/>
              <a:t>Capaian</a:t>
            </a:r>
            <a:r>
              <a:rPr lang="en-US" dirty="0"/>
              <a:t> </a:t>
            </a:r>
            <a:r>
              <a:rPr lang="en-US" dirty="0" err="1"/>
              <a:t>Pembelajaran</a:t>
            </a:r>
            <a:r>
              <a:rPr lang="en-US" dirty="0"/>
              <a:t> </a:t>
            </a:r>
            <a:r>
              <a:rPr lang="en-US" dirty="0" err="1"/>
              <a:t>Lulusan</a:t>
            </a:r>
            <a:r>
              <a:rPr lang="en-US" dirty="0"/>
              <a:t> (CPL)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5 CPL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75AA76-7739-B6CC-290E-E2F32E10C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42" y="1944007"/>
            <a:ext cx="10103757" cy="411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49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484428" cy="781504"/>
          </a:xfrm>
        </p:spPr>
        <p:txBody>
          <a:bodyPr>
            <a:normAutofit/>
          </a:bodyPr>
          <a:lstStyle/>
          <a:p>
            <a:r>
              <a:rPr lang="en-US" dirty="0" err="1"/>
              <a:t>Profil</a:t>
            </a:r>
            <a:r>
              <a:rPr lang="en-US" dirty="0"/>
              <a:t> dan </a:t>
            </a:r>
            <a:r>
              <a:rPr lang="en-US" dirty="0" err="1"/>
              <a:t>Rumusan</a:t>
            </a:r>
            <a:r>
              <a:rPr lang="en-US" dirty="0"/>
              <a:t> </a:t>
            </a: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Kompetensi</a:t>
            </a:r>
            <a:r>
              <a:rPr lang="en-US" dirty="0"/>
              <a:t> </a:t>
            </a:r>
            <a:r>
              <a:rPr lang="en-US" dirty="0" err="1"/>
              <a:t>Lulusan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EA580-5DF9-2155-C19C-B8BFE71CF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629" y="1291770"/>
            <a:ext cx="3196771" cy="5197930"/>
          </a:xfrm>
        </p:spPr>
        <p:txBody>
          <a:bodyPr/>
          <a:lstStyle/>
          <a:p>
            <a:r>
              <a:rPr lang="en-US" dirty="0" err="1"/>
              <a:t>Bahan</a:t>
            </a:r>
            <a:r>
              <a:rPr lang="en-US" dirty="0"/>
              <a:t> Kajian (BK)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5 BK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9B7515-6C23-2ED1-200C-DBC2BF3BC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114" y="1279070"/>
            <a:ext cx="8291286" cy="532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12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484428" cy="781504"/>
          </a:xfrm>
        </p:spPr>
        <p:txBody>
          <a:bodyPr>
            <a:normAutofit/>
          </a:bodyPr>
          <a:lstStyle/>
          <a:p>
            <a:r>
              <a:rPr lang="en-US" dirty="0" err="1"/>
              <a:t>Profil</a:t>
            </a:r>
            <a:r>
              <a:rPr lang="en-US" dirty="0"/>
              <a:t> dan </a:t>
            </a:r>
            <a:r>
              <a:rPr lang="en-US" dirty="0" err="1"/>
              <a:t>Rumusan</a:t>
            </a:r>
            <a:r>
              <a:rPr lang="en-US" dirty="0"/>
              <a:t> </a:t>
            </a: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Kompetensi</a:t>
            </a:r>
            <a:r>
              <a:rPr lang="en-US" dirty="0"/>
              <a:t> </a:t>
            </a:r>
            <a:r>
              <a:rPr lang="en-US" dirty="0" err="1"/>
              <a:t>Lulusan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EA580-5DF9-2155-C19C-B8BFE71CF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629" y="1291771"/>
            <a:ext cx="11484428" cy="930730"/>
          </a:xfrm>
        </p:spPr>
        <p:txBody>
          <a:bodyPr/>
          <a:lstStyle/>
          <a:p>
            <a:r>
              <a:rPr lang="en-US" dirty="0" err="1"/>
              <a:t>Capaian</a:t>
            </a:r>
            <a:r>
              <a:rPr lang="en-US" dirty="0"/>
              <a:t> </a:t>
            </a:r>
            <a:r>
              <a:rPr lang="en-US" dirty="0" err="1"/>
              <a:t>Pembelajaran</a:t>
            </a:r>
            <a:r>
              <a:rPr lang="en-US" dirty="0"/>
              <a:t> Mata </a:t>
            </a:r>
            <a:r>
              <a:rPr lang="en-US" dirty="0" err="1"/>
              <a:t>Kuliah</a:t>
            </a:r>
            <a:r>
              <a:rPr lang="en-US" dirty="0"/>
              <a:t> (CPMK) </a:t>
            </a:r>
            <a:r>
              <a:rPr lang="en-US" dirty="0" err="1"/>
              <a:t>dirumuskan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MK yang </a:t>
            </a:r>
            <a:r>
              <a:rPr lang="en-US" dirty="0" err="1"/>
              <a:t>disajikan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6BC6E5-8887-5F15-E6C8-48813EFB6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1" y="2328144"/>
            <a:ext cx="11017623" cy="300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396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484428" cy="781504"/>
          </a:xfrm>
        </p:spPr>
        <p:txBody>
          <a:bodyPr>
            <a:normAutofit/>
          </a:bodyPr>
          <a:lstStyle/>
          <a:p>
            <a:r>
              <a:rPr lang="en-US" dirty="0" err="1"/>
              <a:t>Pembentukan</a:t>
            </a:r>
            <a:r>
              <a:rPr lang="en-US" dirty="0"/>
              <a:t> Mata </a:t>
            </a:r>
            <a:r>
              <a:rPr lang="en-US" dirty="0" err="1"/>
              <a:t>Kuliah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609E5D-C463-72D5-666E-08F54547D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74" y="1280923"/>
            <a:ext cx="10037652" cy="513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138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484428" cy="781504"/>
          </a:xfrm>
        </p:spPr>
        <p:txBody>
          <a:bodyPr>
            <a:normAutofit/>
          </a:bodyPr>
          <a:lstStyle/>
          <a:p>
            <a:r>
              <a:rPr lang="en-US" dirty="0" err="1"/>
              <a:t>Pembentukan</a:t>
            </a:r>
            <a:r>
              <a:rPr lang="en-US" dirty="0"/>
              <a:t> Mata </a:t>
            </a:r>
            <a:r>
              <a:rPr lang="en-US" dirty="0" err="1"/>
              <a:t>Kuliah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6FB315C-C246-0670-056A-7A1B4B9397CE}"/>
              </a:ext>
            </a:extLst>
          </p:cNvPr>
          <p:cNvGrpSpPr/>
          <p:nvPr/>
        </p:nvGrpSpPr>
        <p:grpSpPr>
          <a:xfrm>
            <a:off x="1763032" y="1214585"/>
            <a:ext cx="8473622" cy="5031796"/>
            <a:chOff x="1763032" y="1214585"/>
            <a:chExt cx="8473622" cy="503179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9C86755-C091-CDAC-A4B0-D2E07E322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3032" y="2190749"/>
              <a:ext cx="8473622" cy="405563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4C2016F-BDF5-576E-678F-B3EF2331E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63032" y="1214585"/>
              <a:ext cx="8473622" cy="10034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5262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484428" cy="781504"/>
          </a:xfrm>
        </p:spPr>
        <p:txBody>
          <a:bodyPr>
            <a:normAutofit/>
          </a:bodyPr>
          <a:lstStyle/>
          <a:p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Kurikulum</a:t>
            </a:r>
            <a:r>
              <a:rPr lang="en-US" dirty="0"/>
              <a:t> 2024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872F15-BE15-F7B0-6DAD-C95F55E45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007" y="1229870"/>
            <a:ext cx="8557986" cy="51624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802F1D-B0DC-B77F-27F5-EDEDB6AAF564}"/>
              </a:ext>
            </a:extLst>
          </p:cNvPr>
          <p:cNvSpPr txBox="1"/>
          <p:nvPr/>
        </p:nvSpPr>
        <p:spPr>
          <a:xfrm>
            <a:off x="4689356" y="6409808"/>
            <a:ext cx="2098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Lihat Versi Lengkap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213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484428" cy="781504"/>
          </a:xfrm>
        </p:spPr>
        <p:txBody>
          <a:bodyPr>
            <a:normAutofit/>
          </a:bodyPr>
          <a:lstStyle/>
          <a:p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Kurikulum</a:t>
            </a:r>
            <a:r>
              <a:rPr lang="en-US" dirty="0"/>
              <a:t> 2024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B94E3D-6379-12C1-AD87-111A4DCAF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219198"/>
            <a:ext cx="11557000" cy="5638802"/>
          </a:xfrm>
        </p:spPr>
        <p:txBody>
          <a:bodyPr>
            <a:normAutofit/>
          </a:bodyPr>
          <a:lstStyle/>
          <a:p>
            <a:r>
              <a:rPr lang="en-US" dirty="0"/>
              <a:t>MK </a:t>
            </a:r>
            <a:r>
              <a:rPr lang="en-US" dirty="0" err="1"/>
              <a:t>Pilihan</a:t>
            </a:r>
            <a:r>
              <a:rPr lang="en-US" dirty="0"/>
              <a:t> </a:t>
            </a:r>
            <a:r>
              <a:rPr lang="en-US" dirty="0" err="1"/>
              <a:t>Wajib</a:t>
            </a:r>
            <a:r>
              <a:rPr lang="en-US" dirty="0"/>
              <a:t> Semester </a:t>
            </a:r>
            <a:r>
              <a:rPr lang="en-US" dirty="0" err="1"/>
              <a:t>Ganjil</a:t>
            </a:r>
            <a:endParaRPr lang="en-US" dirty="0"/>
          </a:p>
          <a:p>
            <a:pPr lvl="1"/>
            <a:r>
              <a:rPr lang="en-US" dirty="0"/>
              <a:t>Database dan Data Mining</a:t>
            </a:r>
          </a:p>
          <a:p>
            <a:pPr lvl="2"/>
            <a:r>
              <a:rPr lang="en-US" dirty="0" err="1"/>
              <a:t>Penelusuran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(</a:t>
            </a:r>
            <a:r>
              <a:rPr lang="en-US" dirty="0" err="1"/>
              <a:t>Teori</a:t>
            </a:r>
            <a:r>
              <a:rPr lang="en-US" dirty="0"/>
              <a:t> dan </a:t>
            </a:r>
            <a:r>
              <a:rPr lang="en-US" dirty="0" err="1"/>
              <a:t>Praktikum</a:t>
            </a:r>
            <a:r>
              <a:rPr lang="en-US" dirty="0"/>
              <a:t>) </a:t>
            </a:r>
          </a:p>
          <a:p>
            <a:pPr lvl="2"/>
            <a:r>
              <a:rPr lang="en-US" dirty="0" err="1"/>
              <a:t>Visi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(</a:t>
            </a:r>
            <a:r>
              <a:rPr lang="en-US" dirty="0" err="1"/>
              <a:t>Teori</a:t>
            </a:r>
            <a:r>
              <a:rPr lang="en-US" dirty="0"/>
              <a:t> dan </a:t>
            </a:r>
            <a:r>
              <a:rPr lang="en-US" dirty="0" err="1"/>
              <a:t>Praktikum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Bioinformatika</a:t>
            </a:r>
            <a:r>
              <a:rPr lang="en-US" dirty="0"/>
              <a:t> (</a:t>
            </a:r>
            <a:r>
              <a:rPr lang="en-US" dirty="0" err="1"/>
              <a:t>Teori</a:t>
            </a:r>
            <a:r>
              <a:rPr lang="en-US" dirty="0"/>
              <a:t> dan </a:t>
            </a:r>
            <a:r>
              <a:rPr lang="en-US" dirty="0" err="1"/>
              <a:t>Praktikum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Geospasial</a:t>
            </a:r>
            <a:endParaRPr lang="en-US" dirty="0"/>
          </a:p>
          <a:p>
            <a:pPr lvl="2"/>
            <a:r>
              <a:rPr lang="en-US" dirty="0" err="1"/>
              <a:t>Pengolahan</a:t>
            </a:r>
            <a:r>
              <a:rPr lang="en-US" dirty="0"/>
              <a:t> Citra (</a:t>
            </a:r>
            <a:r>
              <a:rPr lang="en-US" dirty="0" err="1"/>
              <a:t>Teori</a:t>
            </a:r>
            <a:r>
              <a:rPr lang="en-US" dirty="0"/>
              <a:t> dan </a:t>
            </a:r>
            <a:r>
              <a:rPr lang="en-US" dirty="0" err="1"/>
              <a:t>Praktikum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Geografis</a:t>
            </a:r>
            <a:r>
              <a:rPr lang="en-US" dirty="0"/>
              <a:t> </a:t>
            </a:r>
            <a:r>
              <a:rPr lang="en-US" dirty="0" err="1"/>
              <a:t>Lanjut</a:t>
            </a:r>
            <a:r>
              <a:rPr lang="en-US" dirty="0"/>
              <a:t> (</a:t>
            </a:r>
            <a:r>
              <a:rPr lang="en-US" dirty="0" err="1"/>
              <a:t>Teori</a:t>
            </a:r>
            <a:r>
              <a:rPr lang="en-US" dirty="0"/>
              <a:t> dan </a:t>
            </a:r>
            <a:r>
              <a:rPr lang="en-US" dirty="0" err="1"/>
              <a:t>Praktikum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Manajemen</a:t>
            </a:r>
            <a:r>
              <a:rPr lang="en-US" dirty="0"/>
              <a:t> Survey dan </a:t>
            </a:r>
            <a:r>
              <a:rPr lang="en-US" dirty="0" err="1"/>
              <a:t>Pemetaan</a:t>
            </a:r>
            <a:r>
              <a:rPr lang="en-US" dirty="0"/>
              <a:t> (</a:t>
            </a:r>
            <a:r>
              <a:rPr lang="en-US" dirty="0" err="1"/>
              <a:t>Teori</a:t>
            </a:r>
            <a:r>
              <a:rPr lang="en-US" dirty="0"/>
              <a:t> dan </a:t>
            </a:r>
            <a:r>
              <a:rPr lang="en-US" dirty="0" err="1"/>
              <a:t>Praktikum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dan </a:t>
            </a:r>
            <a:r>
              <a:rPr lang="en-US" dirty="0" err="1"/>
              <a:t>Keamana</a:t>
            </a:r>
            <a:r>
              <a:rPr lang="en-US" dirty="0"/>
              <a:t> </a:t>
            </a:r>
            <a:r>
              <a:rPr lang="en-US" dirty="0" err="1"/>
              <a:t>Siber</a:t>
            </a:r>
            <a:endParaRPr lang="en-US" dirty="0"/>
          </a:p>
          <a:p>
            <a:pPr lvl="2"/>
            <a:r>
              <a:rPr lang="en-US" dirty="0" err="1"/>
              <a:t>Keamanan</a:t>
            </a:r>
            <a:r>
              <a:rPr lang="en-US" dirty="0"/>
              <a:t> </a:t>
            </a:r>
            <a:r>
              <a:rPr lang="en-US" dirty="0" err="1"/>
              <a:t>Siber</a:t>
            </a:r>
            <a:r>
              <a:rPr lang="en-US" dirty="0"/>
              <a:t> (</a:t>
            </a:r>
            <a:r>
              <a:rPr lang="en-US" dirty="0" err="1"/>
              <a:t>Teori</a:t>
            </a:r>
            <a:r>
              <a:rPr lang="en-US" dirty="0"/>
              <a:t> dan </a:t>
            </a:r>
            <a:r>
              <a:rPr lang="en-US" dirty="0" err="1"/>
              <a:t>Praktikum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Protokol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Maju</a:t>
            </a:r>
            <a:r>
              <a:rPr lang="en-US" dirty="0"/>
              <a:t> (</a:t>
            </a:r>
            <a:r>
              <a:rPr lang="en-US" dirty="0" err="1"/>
              <a:t>Teori</a:t>
            </a:r>
            <a:r>
              <a:rPr lang="en-US" dirty="0"/>
              <a:t> dan </a:t>
            </a:r>
            <a:r>
              <a:rPr lang="en-US" dirty="0" err="1"/>
              <a:t>Praktikum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Rekayasa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endParaRPr lang="en-US" dirty="0"/>
          </a:p>
          <a:p>
            <a:pPr lvl="2"/>
            <a:r>
              <a:rPr lang="en-US" dirty="0" err="1"/>
              <a:t>Pengembangan</a:t>
            </a:r>
            <a:r>
              <a:rPr lang="en-US" dirty="0"/>
              <a:t> dan </a:t>
            </a:r>
            <a:r>
              <a:rPr lang="en-US" dirty="0" err="1"/>
              <a:t>Operasional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endParaRPr lang="en-US" dirty="0"/>
          </a:p>
          <a:p>
            <a:pPr lvl="2"/>
            <a:r>
              <a:rPr lang="en-US" dirty="0" err="1"/>
              <a:t>Arsitektur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508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484428" cy="781504"/>
          </a:xfrm>
        </p:spPr>
        <p:txBody>
          <a:bodyPr>
            <a:normAutofit/>
          </a:bodyPr>
          <a:lstStyle/>
          <a:p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Kurikulum</a:t>
            </a:r>
            <a:r>
              <a:rPr lang="en-US" dirty="0"/>
              <a:t> 2024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B94E3D-6379-12C1-AD87-111A4DCAF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219198"/>
            <a:ext cx="11557000" cy="5638802"/>
          </a:xfrm>
        </p:spPr>
        <p:txBody>
          <a:bodyPr>
            <a:normAutofit/>
          </a:bodyPr>
          <a:lstStyle/>
          <a:p>
            <a:r>
              <a:rPr lang="en-US" dirty="0"/>
              <a:t>MK </a:t>
            </a:r>
            <a:r>
              <a:rPr lang="en-US" dirty="0" err="1"/>
              <a:t>Pilihan</a:t>
            </a:r>
            <a:r>
              <a:rPr lang="en-US" dirty="0"/>
              <a:t> </a:t>
            </a:r>
            <a:r>
              <a:rPr lang="en-US" dirty="0" err="1"/>
              <a:t>Wajib</a:t>
            </a:r>
            <a:r>
              <a:rPr lang="en-US" dirty="0"/>
              <a:t> Semester </a:t>
            </a:r>
            <a:r>
              <a:rPr lang="en-US" dirty="0" err="1"/>
              <a:t>Genap</a:t>
            </a:r>
            <a:endParaRPr lang="en-US" dirty="0"/>
          </a:p>
          <a:p>
            <a:pPr lvl="1"/>
            <a:r>
              <a:rPr lang="en-US" dirty="0"/>
              <a:t>Database dan Data Mining</a:t>
            </a:r>
          </a:p>
          <a:p>
            <a:pPr lvl="2"/>
            <a:r>
              <a:rPr lang="en-US" dirty="0" err="1"/>
              <a:t>Pembelajaran</a:t>
            </a:r>
            <a:r>
              <a:rPr lang="en-US" dirty="0"/>
              <a:t> </a:t>
            </a:r>
            <a:r>
              <a:rPr lang="en-US" dirty="0" err="1"/>
              <a:t>Mesin</a:t>
            </a:r>
            <a:r>
              <a:rPr lang="en-US" dirty="0"/>
              <a:t> (</a:t>
            </a:r>
            <a:r>
              <a:rPr lang="en-US" dirty="0" err="1"/>
              <a:t>Teori</a:t>
            </a:r>
            <a:r>
              <a:rPr lang="en-US" dirty="0"/>
              <a:t> dan </a:t>
            </a:r>
            <a:r>
              <a:rPr lang="en-US" dirty="0" err="1"/>
              <a:t>Praktikum</a:t>
            </a:r>
            <a:r>
              <a:rPr lang="en-US" dirty="0"/>
              <a:t>) </a:t>
            </a:r>
          </a:p>
          <a:p>
            <a:pPr lvl="2"/>
            <a:r>
              <a:rPr lang="en-US" dirty="0" err="1"/>
              <a:t>Pemrosesan</a:t>
            </a:r>
            <a:r>
              <a:rPr lang="en-US" dirty="0"/>
              <a:t> Bahasa </a:t>
            </a:r>
            <a:r>
              <a:rPr lang="en-US" dirty="0" err="1"/>
              <a:t>Alami</a:t>
            </a:r>
            <a:r>
              <a:rPr lang="en-US" dirty="0"/>
              <a:t> (</a:t>
            </a:r>
            <a:r>
              <a:rPr lang="en-US" dirty="0" err="1"/>
              <a:t>Teori</a:t>
            </a:r>
            <a:r>
              <a:rPr lang="en-US" dirty="0"/>
              <a:t> dan </a:t>
            </a:r>
            <a:r>
              <a:rPr lang="en-US" dirty="0" err="1"/>
              <a:t>Praktikum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Geospasial</a:t>
            </a:r>
            <a:endParaRPr lang="en-US" dirty="0"/>
          </a:p>
          <a:p>
            <a:pPr lvl="2"/>
            <a:r>
              <a:rPr lang="en-US" dirty="0" err="1"/>
              <a:t>Kartografi</a:t>
            </a:r>
            <a:r>
              <a:rPr lang="en-US" dirty="0"/>
              <a:t> (</a:t>
            </a:r>
            <a:r>
              <a:rPr lang="en-US" dirty="0" err="1"/>
              <a:t>Teori</a:t>
            </a:r>
            <a:r>
              <a:rPr lang="en-US" dirty="0"/>
              <a:t> dan </a:t>
            </a:r>
            <a:r>
              <a:rPr lang="en-US" dirty="0" err="1"/>
              <a:t>Praktikum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Penginderaan</a:t>
            </a:r>
            <a:r>
              <a:rPr lang="en-US" dirty="0"/>
              <a:t> </a:t>
            </a:r>
            <a:r>
              <a:rPr lang="en-US" dirty="0" err="1"/>
              <a:t>Jauh</a:t>
            </a:r>
            <a:r>
              <a:rPr lang="en-US" dirty="0"/>
              <a:t> (</a:t>
            </a:r>
            <a:r>
              <a:rPr lang="en-US" dirty="0" err="1"/>
              <a:t>Teori</a:t>
            </a:r>
            <a:r>
              <a:rPr lang="en-US" dirty="0"/>
              <a:t> dan </a:t>
            </a:r>
            <a:r>
              <a:rPr lang="en-US" dirty="0" err="1"/>
              <a:t>Praktikum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dan </a:t>
            </a:r>
            <a:r>
              <a:rPr lang="en-US" dirty="0" err="1"/>
              <a:t>Keamana</a:t>
            </a:r>
            <a:r>
              <a:rPr lang="en-US" dirty="0"/>
              <a:t> </a:t>
            </a:r>
            <a:r>
              <a:rPr lang="en-US" dirty="0" err="1"/>
              <a:t>Siber</a:t>
            </a:r>
            <a:endParaRPr lang="en-US" dirty="0"/>
          </a:p>
          <a:p>
            <a:pPr lvl="2"/>
            <a:r>
              <a:rPr lang="en-US" dirty="0" err="1"/>
              <a:t>Keandalan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(</a:t>
            </a:r>
            <a:r>
              <a:rPr lang="en-US" dirty="0" err="1"/>
              <a:t>Teori</a:t>
            </a:r>
            <a:r>
              <a:rPr lang="en-US" dirty="0"/>
              <a:t> dan </a:t>
            </a:r>
            <a:r>
              <a:rPr lang="en-US" dirty="0" err="1"/>
              <a:t>Praktikum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Nirkabel</a:t>
            </a:r>
            <a:r>
              <a:rPr lang="en-US" dirty="0"/>
              <a:t> (</a:t>
            </a:r>
            <a:r>
              <a:rPr lang="en-US" dirty="0" err="1"/>
              <a:t>Teori</a:t>
            </a:r>
            <a:r>
              <a:rPr lang="en-US" dirty="0"/>
              <a:t> dan </a:t>
            </a:r>
            <a:r>
              <a:rPr lang="en-US" dirty="0" err="1"/>
              <a:t>Praktikum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Komunikasi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Optik</a:t>
            </a:r>
            <a:r>
              <a:rPr lang="en-US" dirty="0"/>
              <a:t> (</a:t>
            </a:r>
            <a:r>
              <a:rPr lang="en-US" dirty="0" err="1"/>
              <a:t>Teori</a:t>
            </a:r>
            <a:r>
              <a:rPr lang="en-US" dirty="0"/>
              <a:t> dan </a:t>
            </a:r>
            <a:r>
              <a:rPr lang="en-US" dirty="0" err="1"/>
              <a:t>Praktikum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Rekayasa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endParaRPr lang="en-US" dirty="0"/>
          </a:p>
          <a:p>
            <a:pPr lvl="2"/>
            <a:r>
              <a:rPr lang="en-US" dirty="0" err="1"/>
              <a:t>Proyek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r>
              <a:rPr lang="en-US" dirty="0"/>
              <a:t> (</a:t>
            </a:r>
            <a:r>
              <a:rPr lang="en-US" dirty="0" err="1"/>
              <a:t>Teori</a:t>
            </a:r>
            <a:r>
              <a:rPr lang="en-US" dirty="0"/>
              <a:t> dan </a:t>
            </a:r>
            <a:r>
              <a:rPr lang="en-US" dirty="0" err="1"/>
              <a:t>Praktikum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(</a:t>
            </a:r>
            <a:r>
              <a:rPr lang="en-US" dirty="0" err="1"/>
              <a:t>Teori</a:t>
            </a:r>
            <a:r>
              <a:rPr lang="en-US" dirty="0"/>
              <a:t> dan </a:t>
            </a:r>
            <a:r>
              <a:rPr lang="en-US" dirty="0" err="1"/>
              <a:t>Praktikum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Kualitas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r>
              <a:rPr lang="en-US" dirty="0"/>
              <a:t> (</a:t>
            </a:r>
            <a:r>
              <a:rPr lang="en-US" dirty="0" err="1"/>
              <a:t>Teori</a:t>
            </a:r>
            <a:r>
              <a:rPr lang="en-US" dirty="0"/>
              <a:t> dan </a:t>
            </a:r>
            <a:r>
              <a:rPr lang="en-US" dirty="0" err="1"/>
              <a:t>Praktikum</a:t>
            </a:r>
            <a:r>
              <a:rPr lang="en-US" dirty="0"/>
              <a:t>)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634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484428" cy="781504"/>
          </a:xfrm>
        </p:spPr>
        <p:txBody>
          <a:bodyPr>
            <a:normAutofit/>
          </a:bodyPr>
          <a:lstStyle/>
          <a:p>
            <a:r>
              <a:rPr lang="en-US" dirty="0"/>
              <a:t>Daftar </a:t>
            </a:r>
            <a:r>
              <a:rPr lang="en-US" dirty="0" err="1"/>
              <a:t>Ekuivalensi</a:t>
            </a:r>
            <a:r>
              <a:rPr lang="en-US" dirty="0"/>
              <a:t> Mata </a:t>
            </a:r>
            <a:r>
              <a:rPr lang="en-US" dirty="0" err="1"/>
              <a:t>Kuliah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92D56D-FA82-6FCB-5795-30DAEAB08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10" y="1324090"/>
            <a:ext cx="10682465" cy="45541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0E02DB-A6C9-7A14-295F-61E7FC41FC17}"/>
              </a:ext>
            </a:extLst>
          </p:cNvPr>
          <p:cNvSpPr txBox="1"/>
          <p:nvPr/>
        </p:nvSpPr>
        <p:spPr>
          <a:xfrm>
            <a:off x="5282732" y="6157346"/>
            <a:ext cx="2145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Lihat Versi Lengkap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114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484428" cy="781504"/>
          </a:xfrm>
        </p:spPr>
        <p:txBody>
          <a:bodyPr>
            <a:normAutofit/>
          </a:bodyPr>
          <a:lstStyle/>
          <a:p>
            <a:r>
              <a:rPr lang="en-US" dirty="0" err="1"/>
              <a:t>Transkrip</a:t>
            </a:r>
            <a:r>
              <a:rPr lang="en-US" dirty="0"/>
              <a:t> Nilai </a:t>
            </a:r>
            <a:r>
              <a:rPr lang="en-US" dirty="0" err="1"/>
              <a:t>Sementara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E3AD4B-6408-405C-43DD-E32E541EC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" y="1517652"/>
            <a:ext cx="11191876" cy="406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970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484428" cy="781504"/>
          </a:xfrm>
        </p:spPr>
        <p:txBody>
          <a:bodyPr>
            <a:normAutofit/>
          </a:bodyPr>
          <a:lstStyle/>
          <a:p>
            <a:r>
              <a:rPr lang="en-US" dirty="0" err="1"/>
              <a:t>Rekognisi</a:t>
            </a:r>
            <a:r>
              <a:rPr lang="en-US" dirty="0"/>
              <a:t> </a:t>
            </a:r>
            <a:r>
              <a:rPr lang="en-US" dirty="0" err="1"/>
              <a:t>Kegiatan</a:t>
            </a:r>
            <a:r>
              <a:rPr lang="en-US" dirty="0"/>
              <a:t> MBKM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CB09D8-A60B-F691-58A3-8D2158E35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36" y="1311730"/>
            <a:ext cx="11293928" cy="454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511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484428" cy="781504"/>
          </a:xfrm>
        </p:spPr>
        <p:txBody>
          <a:bodyPr>
            <a:normAutofit/>
          </a:bodyPr>
          <a:lstStyle/>
          <a:p>
            <a:r>
              <a:rPr lang="en-US" dirty="0" err="1"/>
              <a:t>Rekognisi</a:t>
            </a:r>
            <a:r>
              <a:rPr lang="en-US" dirty="0"/>
              <a:t> </a:t>
            </a:r>
            <a:r>
              <a:rPr lang="en-US" dirty="0" err="1"/>
              <a:t>Kegiatan</a:t>
            </a:r>
            <a:r>
              <a:rPr lang="en-US" dirty="0"/>
              <a:t> MBKM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12C72C8-0FD2-D7D9-10E4-69BAC69E537C}"/>
              </a:ext>
            </a:extLst>
          </p:cNvPr>
          <p:cNvGrpSpPr/>
          <p:nvPr/>
        </p:nvGrpSpPr>
        <p:grpSpPr>
          <a:xfrm>
            <a:off x="634240" y="1449867"/>
            <a:ext cx="10927160" cy="3059991"/>
            <a:chOff x="634240" y="2107094"/>
            <a:chExt cx="10927160" cy="305999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33C34EF-B72A-EDA0-0AF3-189132300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4240" y="2491711"/>
              <a:ext cx="10923519" cy="267537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FC3C8A6-9F6B-826A-AB55-8734E4A4F3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8485" y="2107094"/>
              <a:ext cx="10912915" cy="4218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80046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484428" cy="781504"/>
          </a:xfrm>
        </p:spPr>
        <p:txBody>
          <a:bodyPr>
            <a:normAutofit/>
          </a:bodyPr>
          <a:lstStyle/>
          <a:p>
            <a:r>
              <a:rPr lang="en-US" dirty="0" err="1"/>
              <a:t>Evaluasi</a:t>
            </a:r>
            <a:r>
              <a:rPr lang="en-US" dirty="0"/>
              <a:t> </a:t>
            </a:r>
            <a:r>
              <a:rPr lang="en-US" dirty="0" err="1"/>
              <a:t>Pembelajaran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F0B815-A6BE-9380-291B-4EAF64CDB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38" y="1262101"/>
            <a:ext cx="11408124" cy="346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0550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484428" cy="781504"/>
          </a:xfrm>
        </p:spPr>
        <p:txBody>
          <a:bodyPr>
            <a:normAutofit/>
          </a:bodyPr>
          <a:lstStyle/>
          <a:p>
            <a:r>
              <a:rPr lang="en-US" dirty="0" err="1"/>
              <a:t>Evaluasi</a:t>
            </a:r>
            <a:r>
              <a:rPr lang="en-US" dirty="0"/>
              <a:t> </a:t>
            </a:r>
            <a:r>
              <a:rPr lang="en-US" dirty="0" err="1"/>
              <a:t>Pembelajaran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8B7776-1C1E-B8D1-7D1B-CC3163DF7D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799" y="1371600"/>
            <a:ext cx="10606088" cy="446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227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368D8D-A371-AE4A-C0A7-AC1F117A8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400" y="241300"/>
            <a:ext cx="7061200" cy="637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02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DA22-E927-4BAE-D5E9-4F2C4D69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9" y="263526"/>
            <a:ext cx="11484428" cy="781504"/>
          </a:xfrm>
        </p:spPr>
        <p:txBody>
          <a:bodyPr>
            <a:normAutofit/>
          </a:bodyPr>
          <a:lstStyle/>
          <a:p>
            <a:r>
              <a:rPr lang="en-US" dirty="0" err="1"/>
              <a:t>Evaluasi</a:t>
            </a:r>
            <a:r>
              <a:rPr lang="en-US" dirty="0"/>
              <a:t> </a:t>
            </a:r>
            <a:r>
              <a:rPr lang="en-US" dirty="0" err="1"/>
              <a:t>Pembelajaran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5D977-1042-B903-8DAD-BD2BD5097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49" y="1224725"/>
            <a:ext cx="11327608" cy="271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7520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C66A5-B00C-C904-B951-768211EF7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65044"/>
            <a:ext cx="9144000" cy="1223507"/>
          </a:xfrm>
        </p:spPr>
        <p:txBody>
          <a:bodyPr>
            <a:normAutofit/>
          </a:bodyPr>
          <a:lstStyle/>
          <a:p>
            <a:r>
              <a:rPr lang="en-US" dirty="0" err="1"/>
              <a:t>Terima</a:t>
            </a:r>
            <a:r>
              <a:rPr lang="en-US" dirty="0"/>
              <a:t> Kasih</a:t>
            </a:r>
          </a:p>
        </p:txBody>
      </p:sp>
      <p:pic>
        <p:nvPicPr>
          <p:cNvPr id="1026" name="Picture 2" descr="Prodi MAP – USK Unggul">
            <a:extLst>
              <a:ext uri="{FF2B5EF4-FFF2-40B4-BE49-F238E27FC236}">
                <a16:creationId xmlns:a16="http://schemas.microsoft.com/office/drawing/2014/main" id="{F5363925-3C9B-2E41-4958-470180FA2A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831"/>
          <a:stretch/>
        </p:blipFill>
        <p:spPr bwMode="auto">
          <a:xfrm>
            <a:off x="2391101" y="1471305"/>
            <a:ext cx="2614386" cy="1392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ampus Merdeka (MBKM) | Universitas Muhammadiyah Surabaya">
            <a:extLst>
              <a:ext uri="{FF2B5EF4-FFF2-40B4-BE49-F238E27FC236}">
                <a16:creationId xmlns:a16="http://schemas.microsoft.com/office/drawing/2014/main" id="{D9EC1C61-5553-29FC-0823-0EE161569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07843" y="1631652"/>
            <a:ext cx="2790725" cy="1072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5918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812</Words>
  <Application>Microsoft Macintosh PowerPoint</Application>
  <PresentationFormat>Widescreen</PresentationFormat>
  <Paragraphs>124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Helvetica</vt:lpstr>
      <vt:lpstr>Office Theme</vt:lpstr>
      <vt:lpstr>Sosialisasi Kurikulum OBE (Outcome-Based Education)</vt:lpstr>
      <vt:lpstr>Outlines</vt:lpstr>
      <vt:lpstr>Proses Penyusunan Dokumen Kurikulum PS</vt:lpstr>
      <vt:lpstr>Proses Penyusunan Dokumen Kurikulum PS</vt:lpstr>
      <vt:lpstr>Visi Keilmuan, Tujuan dan Strategi PS</vt:lpstr>
      <vt:lpstr>Visi Keilmuan, Tujuan dan Strategi PS</vt:lpstr>
      <vt:lpstr>Visi Keilmuan, Tujuan dan Strategi PS</vt:lpstr>
      <vt:lpstr>Visi Keilmuan, Tujuan dan Strategi PS</vt:lpstr>
      <vt:lpstr>Profil dan Rumusan Standar Kompetensi Lulusan</vt:lpstr>
      <vt:lpstr>Profil dan Rumusan Standar Kompetensi Lulusan</vt:lpstr>
      <vt:lpstr>Profil dan Rumusan Standar Kompetensi Lulusan</vt:lpstr>
      <vt:lpstr>Profil dan Rumusan Standar Kompetensi Lulusan</vt:lpstr>
      <vt:lpstr>Profil dan Rumusan Standar Kompetensi Lulusan</vt:lpstr>
      <vt:lpstr>Pembentukan Mata Kuliah</vt:lpstr>
      <vt:lpstr>Pembentukan Mata Kuliah</vt:lpstr>
      <vt:lpstr>Struktur Kurikulum 2024</vt:lpstr>
      <vt:lpstr>Struktur Kurikulum 2024</vt:lpstr>
      <vt:lpstr>Struktur Kurikulum 2024</vt:lpstr>
      <vt:lpstr>Daftar Ekuivalensi Mata Kuliah</vt:lpstr>
      <vt:lpstr>Transkrip Nilai Sementara</vt:lpstr>
      <vt:lpstr>Rekognisi Kegiatan MBKM</vt:lpstr>
      <vt:lpstr>Rekognisi Kegiatan MBKM</vt:lpstr>
      <vt:lpstr>Evaluasi Pembelajaran</vt:lpstr>
      <vt:lpstr>Evaluasi Pembelajaran</vt:lpstr>
      <vt:lpstr>PowerPoint Presentation</vt:lpstr>
      <vt:lpstr>Evaluasi Pembelajaran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misbullah</dc:creator>
  <cp:lastModifiedBy>misbullah</cp:lastModifiedBy>
  <cp:revision>171</cp:revision>
  <dcterms:created xsi:type="dcterms:W3CDTF">2024-08-07T04:46:22Z</dcterms:created>
  <dcterms:modified xsi:type="dcterms:W3CDTF">2024-08-08T03:16:04Z</dcterms:modified>
</cp:coreProperties>
</file>